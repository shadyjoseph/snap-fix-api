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25201563" cy="35999738"/>
  <p:notesSz cx="6715125" cy="9239250"/>
  <p:defaultTextStyle>
    <a:defPPr>
      <a:defRPr lang="en-US"/>
    </a:defPPr>
    <a:lvl1pPr algn="ctr" rtl="0" fontAlgn="base">
      <a:spcBef>
        <a:spcPct val="0"/>
      </a:spcBef>
      <a:spcAft>
        <a:spcPct val="0"/>
      </a:spcAft>
      <a:defRPr sz="6900" kern="1200">
        <a:solidFill>
          <a:schemeClr val="tx1"/>
        </a:solidFill>
        <a:latin typeface="Arial" charset="0"/>
        <a:ea typeface="+mn-ea"/>
        <a:cs typeface="+mn-cs"/>
      </a:defRPr>
    </a:lvl1pPr>
    <a:lvl2pPr marL="457200" algn="ctr" rtl="0" fontAlgn="base">
      <a:spcBef>
        <a:spcPct val="0"/>
      </a:spcBef>
      <a:spcAft>
        <a:spcPct val="0"/>
      </a:spcAft>
      <a:defRPr sz="6900" kern="1200">
        <a:solidFill>
          <a:schemeClr val="tx1"/>
        </a:solidFill>
        <a:latin typeface="Arial" charset="0"/>
        <a:ea typeface="+mn-ea"/>
        <a:cs typeface="+mn-cs"/>
      </a:defRPr>
    </a:lvl2pPr>
    <a:lvl3pPr marL="914400" algn="ctr" rtl="0" fontAlgn="base">
      <a:spcBef>
        <a:spcPct val="0"/>
      </a:spcBef>
      <a:spcAft>
        <a:spcPct val="0"/>
      </a:spcAft>
      <a:defRPr sz="6900" kern="1200">
        <a:solidFill>
          <a:schemeClr val="tx1"/>
        </a:solidFill>
        <a:latin typeface="Arial" charset="0"/>
        <a:ea typeface="+mn-ea"/>
        <a:cs typeface="+mn-cs"/>
      </a:defRPr>
    </a:lvl3pPr>
    <a:lvl4pPr marL="1371600" algn="ctr" rtl="0" fontAlgn="base">
      <a:spcBef>
        <a:spcPct val="0"/>
      </a:spcBef>
      <a:spcAft>
        <a:spcPct val="0"/>
      </a:spcAft>
      <a:defRPr sz="6900" kern="1200">
        <a:solidFill>
          <a:schemeClr val="tx1"/>
        </a:solidFill>
        <a:latin typeface="Arial" charset="0"/>
        <a:ea typeface="+mn-ea"/>
        <a:cs typeface="+mn-cs"/>
      </a:defRPr>
    </a:lvl4pPr>
    <a:lvl5pPr marL="1828800" algn="ctr" rtl="0" fontAlgn="base">
      <a:spcBef>
        <a:spcPct val="0"/>
      </a:spcBef>
      <a:spcAft>
        <a:spcPct val="0"/>
      </a:spcAft>
      <a:defRPr sz="6900" kern="1200">
        <a:solidFill>
          <a:schemeClr val="tx1"/>
        </a:solidFill>
        <a:latin typeface="Arial" charset="0"/>
        <a:ea typeface="+mn-ea"/>
        <a:cs typeface="+mn-cs"/>
      </a:defRPr>
    </a:lvl5pPr>
    <a:lvl6pPr marL="2286000" algn="l" defTabSz="914400" rtl="0" eaLnBrk="1" latinLnBrk="0" hangingPunct="1">
      <a:defRPr sz="6900" kern="1200">
        <a:solidFill>
          <a:schemeClr val="tx1"/>
        </a:solidFill>
        <a:latin typeface="Arial" charset="0"/>
        <a:ea typeface="+mn-ea"/>
        <a:cs typeface="+mn-cs"/>
      </a:defRPr>
    </a:lvl6pPr>
    <a:lvl7pPr marL="2743200" algn="l" defTabSz="914400" rtl="0" eaLnBrk="1" latinLnBrk="0" hangingPunct="1">
      <a:defRPr sz="6900" kern="1200">
        <a:solidFill>
          <a:schemeClr val="tx1"/>
        </a:solidFill>
        <a:latin typeface="Arial" charset="0"/>
        <a:ea typeface="+mn-ea"/>
        <a:cs typeface="+mn-cs"/>
      </a:defRPr>
    </a:lvl7pPr>
    <a:lvl8pPr marL="3200400" algn="l" defTabSz="914400" rtl="0" eaLnBrk="1" latinLnBrk="0" hangingPunct="1">
      <a:defRPr sz="6900" kern="1200">
        <a:solidFill>
          <a:schemeClr val="tx1"/>
        </a:solidFill>
        <a:latin typeface="Arial" charset="0"/>
        <a:ea typeface="+mn-ea"/>
        <a:cs typeface="+mn-cs"/>
      </a:defRPr>
    </a:lvl8pPr>
    <a:lvl9pPr marL="3657600" algn="l" defTabSz="914400" rtl="0" eaLnBrk="1" latinLnBrk="0" hangingPunct="1">
      <a:defRPr sz="69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5289">
          <p15:clr>
            <a:srgbClr val="A4A3A4"/>
          </p15:clr>
        </p15:guide>
        <p15:guide id="2" orient="horz" pos="22086">
          <p15:clr>
            <a:srgbClr val="A4A3A4"/>
          </p15:clr>
        </p15:guide>
        <p15:guide id="3" orient="horz" pos="2349">
          <p15:clr>
            <a:srgbClr val="A4A3A4"/>
          </p15:clr>
        </p15:guide>
        <p15:guide id="4" pos="793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C0C0"/>
    <a:srgbClr val="0046D2"/>
    <a:srgbClr val="FF0000"/>
    <a:srgbClr val="698ED9"/>
    <a:srgbClr val="A7C4FF"/>
    <a:srgbClr val="003064"/>
    <a:srgbClr val="003399"/>
    <a:srgbClr val="00216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909047-1EFA-4528-9FAF-C99D25BCED69}" v="340" dt="2026-06-29T08:34:43.0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6934" autoAdjust="0"/>
    <p:restoredTop sz="94660"/>
  </p:normalViewPr>
  <p:slideViewPr>
    <p:cSldViewPr snapToGrid="0" showGuides="1">
      <p:cViewPr varScale="1">
        <p:scale>
          <a:sx n="19" d="100"/>
          <a:sy n="19" d="100"/>
        </p:scale>
        <p:origin x="168" y="10"/>
      </p:cViewPr>
      <p:guideLst>
        <p:guide orient="horz" pos="5289"/>
        <p:guide orient="horz" pos="22086"/>
        <p:guide orient="horz" pos="2349"/>
        <p:guide pos="7938"/>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 Id="rId8"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09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smtClean="0"/>
            </a:lvl1pPr>
          </a:lstStyle>
          <a:p>
            <a:pPr>
              <a:defRPr/>
            </a:pPr>
            <a:endParaRPr lang="en-US" altLang="en-US"/>
          </a:p>
        </p:txBody>
      </p:sp>
      <p:sp>
        <p:nvSpPr>
          <p:cNvPr id="3075" name="Rectangle 3"/>
          <p:cNvSpPr>
            <a:spLocks noGrp="1" noChangeArrowheads="1"/>
          </p:cNvSpPr>
          <p:nvPr>
            <p:ph type="dt" idx="1"/>
          </p:nvPr>
        </p:nvSpPr>
        <p:spPr bwMode="auto">
          <a:xfrm>
            <a:off x="3803650" y="0"/>
            <a:ext cx="2909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smtClean="0"/>
            </a:lvl1pPr>
          </a:lstStyle>
          <a:p>
            <a:pPr>
              <a:defRPr/>
            </a:pPr>
            <a:endParaRPr lang="en-US" altLang="en-US"/>
          </a:p>
        </p:txBody>
      </p:sp>
      <p:sp>
        <p:nvSpPr>
          <p:cNvPr id="3076" name="Rectangle 4"/>
          <p:cNvSpPr>
            <a:spLocks noGrp="1" noRot="1" noChangeAspect="1" noChangeArrowheads="1" noTextEdit="1"/>
          </p:cNvSpPr>
          <p:nvPr>
            <p:ph type="sldImg" idx="2"/>
          </p:nvPr>
        </p:nvSpPr>
        <p:spPr bwMode="auto">
          <a:xfrm>
            <a:off x="2144713" y="692150"/>
            <a:ext cx="2427287" cy="3465513"/>
          </a:xfrm>
          <a:prstGeom prst="rect">
            <a:avLst/>
          </a:prstGeom>
          <a:noFill/>
          <a:ln w="9525">
            <a:solidFill>
              <a:srgbClr val="0000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671513" y="4389438"/>
            <a:ext cx="5372100" cy="415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3078" name="Rectangle 6"/>
          <p:cNvSpPr>
            <a:spLocks noGrp="1" noChangeArrowheads="1"/>
          </p:cNvSpPr>
          <p:nvPr>
            <p:ph type="ftr" sz="quarter" idx="4"/>
          </p:nvPr>
        </p:nvSpPr>
        <p:spPr bwMode="auto">
          <a:xfrm>
            <a:off x="0" y="8775700"/>
            <a:ext cx="2909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smtClean="0"/>
            </a:lvl1pPr>
          </a:lstStyle>
          <a:p>
            <a:pPr>
              <a:defRPr/>
            </a:pPr>
            <a:endParaRPr lang="en-US" altLang="en-US"/>
          </a:p>
        </p:txBody>
      </p:sp>
      <p:sp>
        <p:nvSpPr>
          <p:cNvPr id="3079" name="Rectangle 7"/>
          <p:cNvSpPr>
            <a:spLocks noGrp="1" noChangeArrowheads="1"/>
          </p:cNvSpPr>
          <p:nvPr>
            <p:ph type="sldNum" sz="quarter" idx="5"/>
          </p:nvPr>
        </p:nvSpPr>
        <p:spPr bwMode="auto">
          <a:xfrm>
            <a:off x="3803650" y="8775700"/>
            <a:ext cx="2909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smtClean="0"/>
            </a:lvl1pPr>
          </a:lstStyle>
          <a:p>
            <a:pPr>
              <a:defRPr/>
            </a:pPr>
            <a:fld id="{CBF2D407-7488-4806-B042-2CE959A140D0}" type="slidenum">
              <a:rPr lang="en-US" altLang="en-US"/>
              <a:pPr>
                <a:defRPr/>
              </a:pPr>
              <a:t>‹#›</a:t>
            </a:fld>
            <a:endParaRPr lang="en-US" altLang="en-US"/>
          </a:p>
        </p:txBody>
      </p:sp>
    </p:spTree>
    <p:extLst>
      <p:ext uri="{BB962C8B-B14F-4D97-AF65-F5344CB8AC3E}">
        <p14:creationId xmlns:p14="http://schemas.microsoft.com/office/powerpoint/2010/main" val="1604451747"/>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mn-cs"/>
      </a:defRPr>
    </a:lvl1pPr>
    <a:lvl2pPr marL="457200" algn="l" rtl="0" eaLnBrk="0" fontAlgn="base" hangingPunct="0">
      <a:spcBef>
        <a:spcPct val="30000"/>
      </a:spcBef>
      <a:spcAft>
        <a:spcPct val="0"/>
      </a:spcAft>
      <a:defRPr sz="1200" kern="1200">
        <a:solidFill>
          <a:schemeClr val="tx1"/>
        </a:solidFill>
        <a:latin typeface="Arial" charset="0"/>
        <a:ea typeface="+mn-ea"/>
        <a:cs typeface="+mn-cs"/>
      </a:defRPr>
    </a:lvl2pPr>
    <a:lvl3pPr marL="914400" algn="l" rtl="0" eaLnBrk="0" fontAlgn="base" hangingPunct="0">
      <a:spcBef>
        <a:spcPct val="30000"/>
      </a:spcBef>
      <a:spcAft>
        <a:spcPct val="0"/>
      </a:spcAft>
      <a:defRPr sz="1200" kern="1200">
        <a:solidFill>
          <a:schemeClr val="tx1"/>
        </a:solidFill>
        <a:latin typeface="Arial" charset="0"/>
        <a:ea typeface="+mn-ea"/>
        <a:cs typeface="+mn-cs"/>
      </a:defRPr>
    </a:lvl3pPr>
    <a:lvl4pPr marL="1371600" algn="l" rtl="0" eaLnBrk="0" fontAlgn="base" hangingPunct="0">
      <a:spcBef>
        <a:spcPct val="30000"/>
      </a:spcBef>
      <a:spcAft>
        <a:spcPct val="0"/>
      </a:spcAft>
      <a:defRPr sz="1200" kern="1200">
        <a:solidFill>
          <a:schemeClr val="tx1"/>
        </a:solidFill>
        <a:latin typeface="Arial" charset="0"/>
        <a:ea typeface="+mn-ea"/>
        <a:cs typeface="+mn-cs"/>
      </a:defRPr>
    </a:lvl4pPr>
    <a:lvl5pPr marL="1828800" algn="l" rtl="0" eaLnBrk="0" fontAlgn="base" hangingPunct="0">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7"/>
          <p:cNvSpPr>
            <a:spLocks noGrp="1" noChangeArrowheads="1"/>
          </p:cNvSpPr>
          <p:nvPr>
            <p:ph type="sldNum" sz="quarter" idx="5"/>
          </p:nvPr>
        </p:nvSpPr>
        <p:spPr>
          <a:noFill/>
        </p:spPr>
        <p:txBody>
          <a:bodyPr/>
          <a:lstStyle>
            <a:lvl1pPr eaLnBrk="0" hangingPunct="0">
              <a:defRPr sz="6900">
                <a:solidFill>
                  <a:schemeClr val="tx1"/>
                </a:solidFill>
                <a:latin typeface="Arial" charset="0"/>
              </a:defRPr>
            </a:lvl1pPr>
            <a:lvl2pPr marL="742950" indent="-285750" eaLnBrk="0" hangingPunct="0">
              <a:defRPr sz="6900">
                <a:solidFill>
                  <a:schemeClr val="tx1"/>
                </a:solidFill>
                <a:latin typeface="Arial" charset="0"/>
              </a:defRPr>
            </a:lvl2pPr>
            <a:lvl3pPr marL="1143000" indent="-228600" eaLnBrk="0" hangingPunct="0">
              <a:defRPr sz="6900">
                <a:solidFill>
                  <a:schemeClr val="tx1"/>
                </a:solidFill>
                <a:latin typeface="Arial" charset="0"/>
              </a:defRPr>
            </a:lvl3pPr>
            <a:lvl4pPr marL="1600200" indent="-228600" eaLnBrk="0" hangingPunct="0">
              <a:defRPr sz="6900">
                <a:solidFill>
                  <a:schemeClr val="tx1"/>
                </a:solidFill>
                <a:latin typeface="Arial" charset="0"/>
              </a:defRPr>
            </a:lvl4pPr>
            <a:lvl5pPr marL="2057400" indent="-228600" eaLnBrk="0" hangingPunct="0">
              <a:defRPr sz="6900">
                <a:solidFill>
                  <a:schemeClr val="tx1"/>
                </a:solidFill>
                <a:latin typeface="Arial" charset="0"/>
              </a:defRPr>
            </a:lvl5pPr>
            <a:lvl6pPr marL="2514600" indent="-228600" algn="ctr" eaLnBrk="0" fontAlgn="base" hangingPunct="0">
              <a:spcBef>
                <a:spcPct val="0"/>
              </a:spcBef>
              <a:spcAft>
                <a:spcPct val="0"/>
              </a:spcAft>
              <a:defRPr sz="6900">
                <a:solidFill>
                  <a:schemeClr val="tx1"/>
                </a:solidFill>
                <a:latin typeface="Arial" charset="0"/>
              </a:defRPr>
            </a:lvl6pPr>
            <a:lvl7pPr marL="2971800" indent="-228600" algn="ctr" eaLnBrk="0" fontAlgn="base" hangingPunct="0">
              <a:spcBef>
                <a:spcPct val="0"/>
              </a:spcBef>
              <a:spcAft>
                <a:spcPct val="0"/>
              </a:spcAft>
              <a:defRPr sz="6900">
                <a:solidFill>
                  <a:schemeClr val="tx1"/>
                </a:solidFill>
                <a:latin typeface="Arial" charset="0"/>
              </a:defRPr>
            </a:lvl7pPr>
            <a:lvl8pPr marL="3429000" indent="-228600" algn="ctr" eaLnBrk="0" fontAlgn="base" hangingPunct="0">
              <a:spcBef>
                <a:spcPct val="0"/>
              </a:spcBef>
              <a:spcAft>
                <a:spcPct val="0"/>
              </a:spcAft>
              <a:defRPr sz="6900">
                <a:solidFill>
                  <a:schemeClr val="tx1"/>
                </a:solidFill>
                <a:latin typeface="Arial" charset="0"/>
              </a:defRPr>
            </a:lvl8pPr>
            <a:lvl9pPr marL="3886200" indent="-228600" algn="ctr" eaLnBrk="0" fontAlgn="base" hangingPunct="0">
              <a:spcBef>
                <a:spcPct val="0"/>
              </a:spcBef>
              <a:spcAft>
                <a:spcPct val="0"/>
              </a:spcAft>
              <a:defRPr sz="6900">
                <a:solidFill>
                  <a:schemeClr val="tx1"/>
                </a:solidFill>
                <a:latin typeface="Arial" charset="0"/>
              </a:defRPr>
            </a:lvl9pPr>
          </a:lstStyle>
          <a:p>
            <a:pPr eaLnBrk="1" hangingPunct="1"/>
            <a:fld id="{8832FB4B-BF18-4E6F-9FD7-11EF81A610E2}" type="slidenum">
              <a:rPr lang="en-US" altLang="en-US" sz="1200"/>
              <a:pPr eaLnBrk="1" hangingPunct="1"/>
              <a:t>1</a:t>
            </a:fld>
            <a:endParaRPr lang="en-US" altLang="en-US" sz="1200"/>
          </a:p>
        </p:txBody>
      </p:sp>
      <p:sp>
        <p:nvSpPr>
          <p:cNvPr id="4099" name="Rectangle 2"/>
          <p:cNvSpPr>
            <a:spLocks noGrp="1" noRot="1" noChangeAspect="1" noChangeArrowheads="1" noTextEdit="1"/>
          </p:cNvSpPr>
          <p:nvPr>
            <p:ph type="sldImg"/>
          </p:nvPr>
        </p:nvSpPr>
        <p:spPr>
          <a:ln/>
        </p:spPr>
      </p:sp>
      <p:sp>
        <p:nvSpPr>
          <p:cNvPr id="4100" name="Rectangle 3"/>
          <p:cNvSpPr>
            <a:spLocks noGrp="1" noChangeArrowheads="1"/>
          </p:cNvSpPr>
          <p:nvPr>
            <p:ph type="body" idx="1"/>
          </p:nvPr>
        </p:nvSpPr>
        <p:spPr>
          <a:noFill/>
        </p:spPr>
        <p:txBody>
          <a:bodyPr/>
          <a:lstStyle/>
          <a:p>
            <a:pPr eaLnBrk="1" hangingPunct="1"/>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890713" y="11183938"/>
            <a:ext cx="21420137" cy="7715250"/>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3779838" y="20399375"/>
            <a:ext cx="17641887" cy="920115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1819170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260475" y="1441450"/>
            <a:ext cx="22680613" cy="6000750"/>
          </a:xfrm>
          <a:prstGeom prst="rect">
            <a:avLst/>
          </a:prstGeom>
        </p:spPr>
        <p:txBody>
          <a:bodyPr/>
          <a:lstStyle/>
          <a:p>
            <a:r>
              <a:rPr lang="en-US"/>
              <a:t>Click to edit Master title style</a:t>
            </a:r>
          </a:p>
        </p:txBody>
      </p:sp>
      <p:sp>
        <p:nvSpPr>
          <p:cNvPr id="3" name="Content Placeholder 2"/>
          <p:cNvSpPr>
            <a:spLocks noGrp="1"/>
          </p:cNvSpPr>
          <p:nvPr>
            <p:ph idx="1"/>
          </p:nvPr>
        </p:nvSpPr>
        <p:spPr>
          <a:xfrm>
            <a:off x="1260475" y="8399463"/>
            <a:ext cx="22680613" cy="237585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300577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90725" y="23133050"/>
            <a:ext cx="21421725" cy="7150100"/>
          </a:xfrm>
          <a:prstGeom prst="rect">
            <a:avLst/>
          </a:prstGeo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1990725" y="15257463"/>
            <a:ext cx="21421725" cy="78755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5043153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260475" y="1441450"/>
            <a:ext cx="22680613" cy="6000750"/>
          </a:xfrm>
          <a:prstGeom prst="rect">
            <a:avLst/>
          </a:prstGeom>
        </p:spPr>
        <p:txBody>
          <a:bodyPr/>
          <a:lstStyle/>
          <a:p>
            <a:r>
              <a:rPr lang="en-US"/>
              <a:t>Click to edit Master title style</a:t>
            </a:r>
          </a:p>
        </p:txBody>
      </p:sp>
      <p:sp>
        <p:nvSpPr>
          <p:cNvPr id="3" name="Content Placeholder 2"/>
          <p:cNvSpPr>
            <a:spLocks noGrp="1"/>
          </p:cNvSpPr>
          <p:nvPr>
            <p:ph sz="half" idx="1"/>
          </p:nvPr>
        </p:nvSpPr>
        <p:spPr>
          <a:xfrm>
            <a:off x="1260475" y="8399463"/>
            <a:ext cx="11263313" cy="237585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2676188" y="8399463"/>
            <a:ext cx="11264900" cy="23758525"/>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90021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60475" y="1441450"/>
            <a:ext cx="22680613" cy="6000750"/>
          </a:xfrm>
          <a:prstGeom prst="rect">
            <a:avLst/>
          </a:prstGeo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1260475" y="8058150"/>
            <a:ext cx="11134725" cy="33591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0475" y="11417300"/>
            <a:ext cx="11134725" cy="207406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12801600" y="8058150"/>
            <a:ext cx="11139488" cy="3359150"/>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12801600" y="11417300"/>
            <a:ext cx="11139488" cy="207406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439217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260475" y="1441450"/>
            <a:ext cx="22680613" cy="6000750"/>
          </a:xfrm>
          <a:prstGeom prst="rect">
            <a:avLst/>
          </a:prstGeom>
        </p:spPr>
        <p:txBody>
          <a:bodyPr/>
          <a:lstStyle/>
          <a:p>
            <a:r>
              <a:rPr lang="en-US"/>
              <a:t>Click to edit Master title style</a:t>
            </a:r>
          </a:p>
        </p:txBody>
      </p:sp>
    </p:spTree>
    <p:extLst>
      <p:ext uri="{BB962C8B-B14F-4D97-AF65-F5344CB8AC3E}">
        <p14:creationId xmlns:p14="http://schemas.microsoft.com/office/powerpoint/2010/main" val="2993440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9195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60475" y="1433513"/>
            <a:ext cx="8291513" cy="6099175"/>
          </a:xfrm>
          <a:prstGeom prst="rect">
            <a:avLst/>
          </a:prstGeo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9853613" y="1433513"/>
            <a:ext cx="14087475" cy="3072447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1260475" y="7532688"/>
            <a:ext cx="8291513" cy="24625300"/>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2271385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940300" y="25199975"/>
            <a:ext cx="15120938" cy="2974975"/>
          </a:xfrm>
          <a:prstGeom prst="rect">
            <a:avLst/>
          </a:prstGeo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4940300" y="3216275"/>
            <a:ext cx="15120938" cy="215995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4940300" y="28174950"/>
            <a:ext cx="15120938" cy="4224338"/>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7026769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260475" y="1441450"/>
            <a:ext cx="22680613" cy="6000750"/>
          </a:xfrm>
          <a:prstGeom prst="rect">
            <a:avLst/>
          </a:prstGeom>
        </p:spPr>
        <p:txBody>
          <a:bodyPr/>
          <a:lstStyle/>
          <a:p>
            <a:r>
              <a:rPr lang="en-US"/>
              <a:t>Click to edit Master title style</a:t>
            </a:r>
          </a:p>
        </p:txBody>
      </p:sp>
      <p:sp>
        <p:nvSpPr>
          <p:cNvPr id="3" name="Vertical Text Placeholder 2"/>
          <p:cNvSpPr>
            <a:spLocks noGrp="1"/>
          </p:cNvSpPr>
          <p:nvPr>
            <p:ph type="body" orient="vert" idx="1"/>
          </p:nvPr>
        </p:nvSpPr>
        <p:spPr>
          <a:xfrm>
            <a:off x="1260475" y="8399463"/>
            <a:ext cx="22680613" cy="23758525"/>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05548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8272125" y="1441450"/>
            <a:ext cx="5668963" cy="30716538"/>
          </a:xfrm>
          <a:prstGeom prst="rect">
            <a:avLst/>
          </a:prstGeom>
        </p:spPr>
        <p:txBody>
          <a:bodyPr vert="eaVert"/>
          <a:lstStyle/>
          <a:p>
            <a:r>
              <a:rPr lang="en-US"/>
              <a:t>Click to edit Master title style</a:t>
            </a:r>
          </a:p>
        </p:txBody>
      </p:sp>
      <p:sp>
        <p:nvSpPr>
          <p:cNvPr id="3" name="Vertical Text Placeholder 2"/>
          <p:cNvSpPr>
            <a:spLocks noGrp="1"/>
          </p:cNvSpPr>
          <p:nvPr>
            <p:ph type="body" orient="vert" idx="1"/>
          </p:nvPr>
        </p:nvSpPr>
        <p:spPr>
          <a:xfrm>
            <a:off x="1260475" y="1441450"/>
            <a:ext cx="16859250" cy="307165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86231779"/>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hyperlink" Target="http://www.megaprint.com/" TargetMode="External"/><Relationship Id="rId1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97263" rtl="0" eaLnBrk="0" fontAlgn="base" hangingPunct="0">
        <a:spcBef>
          <a:spcPct val="0"/>
        </a:spcBef>
        <a:spcAft>
          <a:spcPct val="0"/>
        </a:spcAft>
        <a:defRPr sz="16800">
          <a:solidFill>
            <a:schemeClr val="tx2"/>
          </a:solidFill>
          <a:latin typeface="+mj-lt"/>
          <a:ea typeface="+mj-ea"/>
          <a:cs typeface="+mj-cs"/>
        </a:defRPr>
      </a:lvl1pPr>
      <a:lvl2pPr algn="ctr" defTabSz="3497263" rtl="0" eaLnBrk="0" fontAlgn="base" hangingPunct="0">
        <a:spcBef>
          <a:spcPct val="0"/>
        </a:spcBef>
        <a:spcAft>
          <a:spcPct val="0"/>
        </a:spcAft>
        <a:defRPr sz="16800">
          <a:solidFill>
            <a:schemeClr val="tx2"/>
          </a:solidFill>
          <a:latin typeface="Arial" charset="0"/>
        </a:defRPr>
      </a:lvl2pPr>
      <a:lvl3pPr algn="ctr" defTabSz="3497263" rtl="0" eaLnBrk="0" fontAlgn="base" hangingPunct="0">
        <a:spcBef>
          <a:spcPct val="0"/>
        </a:spcBef>
        <a:spcAft>
          <a:spcPct val="0"/>
        </a:spcAft>
        <a:defRPr sz="16800">
          <a:solidFill>
            <a:schemeClr val="tx2"/>
          </a:solidFill>
          <a:latin typeface="Arial" charset="0"/>
        </a:defRPr>
      </a:lvl3pPr>
      <a:lvl4pPr algn="ctr" defTabSz="3497263" rtl="0" eaLnBrk="0" fontAlgn="base" hangingPunct="0">
        <a:spcBef>
          <a:spcPct val="0"/>
        </a:spcBef>
        <a:spcAft>
          <a:spcPct val="0"/>
        </a:spcAft>
        <a:defRPr sz="16800">
          <a:solidFill>
            <a:schemeClr val="tx2"/>
          </a:solidFill>
          <a:latin typeface="Arial" charset="0"/>
        </a:defRPr>
      </a:lvl4pPr>
      <a:lvl5pPr algn="ctr" defTabSz="3497263" rtl="0" eaLnBrk="0" fontAlgn="base" hangingPunct="0">
        <a:spcBef>
          <a:spcPct val="0"/>
        </a:spcBef>
        <a:spcAft>
          <a:spcPct val="0"/>
        </a:spcAft>
        <a:defRPr sz="16800">
          <a:solidFill>
            <a:schemeClr val="tx2"/>
          </a:solidFill>
          <a:latin typeface="Arial" charset="0"/>
        </a:defRPr>
      </a:lvl5pPr>
      <a:lvl6pPr marL="457200" algn="ctr" defTabSz="3497263" rtl="0" fontAlgn="base">
        <a:spcBef>
          <a:spcPct val="0"/>
        </a:spcBef>
        <a:spcAft>
          <a:spcPct val="0"/>
        </a:spcAft>
        <a:defRPr sz="16800">
          <a:solidFill>
            <a:schemeClr val="tx2"/>
          </a:solidFill>
          <a:latin typeface="Arial" charset="0"/>
        </a:defRPr>
      </a:lvl6pPr>
      <a:lvl7pPr marL="914400" algn="ctr" defTabSz="3497263" rtl="0" fontAlgn="base">
        <a:spcBef>
          <a:spcPct val="0"/>
        </a:spcBef>
        <a:spcAft>
          <a:spcPct val="0"/>
        </a:spcAft>
        <a:defRPr sz="16800">
          <a:solidFill>
            <a:schemeClr val="tx2"/>
          </a:solidFill>
          <a:latin typeface="Arial" charset="0"/>
        </a:defRPr>
      </a:lvl7pPr>
      <a:lvl8pPr marL="1371600" algn="ctr" defTabSz="3497263" rtl="0" fontAlgn="base">
        <a:spcBef>
          <a:spcPct val="0"/>
        </a:spcBef>
        <a:spcAft>
          <a:spcPct val="0"/>
        </a:spcAft>
        <a:defRPr sz="16800">
          <a:solidFill>
            <a:schemeClr val="tx2"/>
          </a:solidFill>
          <a:latin typeface="Arial" charset="0"/>
        </a:defRPr>
      </a:lvl8pPr>
      <a:lvl9pPr marL="1828800" algn="ctr" defTabSz="3497263" rtl="0" fontAlgn="base">
        <a:spcBef>
          <a:spcPct val="0"/>
        </a:spcBef>
        <a:spcAft>
          <a:spcPct val="0"/>
        </a:spcAft>
        <a:defRPr sz="16800">
          <a:solidFill>
            <a:schemeClr val="tx2"/>
          </a:solidFill>
          <a:latin typeface="Arial" charset="0"/>
        </a:defRPr>
      </a:lvl9pPr>
    </p:titleStyle>
    <p:bodyStyle>
      <a:lvl1pPr marL="1311275" indent="-1311275" algn="l" defTabSz="3497263" rtl="0" eaLnBrk="0" fontAlgn="base" hangingPunct="0">
        <a:spcBef>
          <a:spcPct val="20000"/>
        </a:spcBef>
        <a:spcAft>
          <a:spcPct val="0"/>
        </a:spcAft>
        <a:buChar char="•"/>
        <a:defRPr sz="12300">
          <a:solidFill>
            <a:schemeClr val="tx1"/>
          </a:solidFill>
          <a:latin typeface="+mn-lt"/>
          <a:ea typeface="+mn-ea"/>
          <a:cs typeface="+mn-cs"/>
        </a:defRPr>
      </a:lvl1pPr>
      <a:lvl2pPr marL="2840038" indent="-1092200" algn="l" defTabSz="3497263" rtl="0" eaLnBrk="0" fontAlgn="base" hangingPunct="0">
        <a:spcBef>
          <a:spcPct val="20000"/>
        </a:spcBef>
        <a:spcAft>
          <a:spcPct val="0"/>
        </a:spcAft>
        <a:buChar char="–"/>
        <a:defRPr sz="10700">
          <a:solidFill>
            <a:schemeClr val="tx1"/>
          </a:solidFill>
          <a:latin typeface="+mn-lt"/>
        </a:defRPr>
      </a:lvl2pPr>
      <a:lvl3pPr marL="4370388" indent="-873125" algn="l" defTabSz="3497263" rtl="0" eaLnBrk="0" fontAlgn="base" hangingPunct="0">
        <a:spcBef>
          <a:spcPct val="20000"/>
        </a:spcBef>
        <a:spcAft>
          <a:spcPct val="0"/>
        </a:spcAft>
        <a:buChar char="•"/>
        <a:defRPr sz="9200">
          <a:solidFill>
            <a:schemeClr val="tx1"/>
          </a:solidFill>
          <a:latin typeface="+mn-lt"/>
        </a:defRPr>
      </a:lvl3pPr>
      <a:lvl4pPr marL="6118225" indent="-873125" algn="l" defTabSz="3497263" rtl="0" eaLnBrk="0" fontAlgn="base" hangingPunct="0">
        <a:spcBef>
          <a:spcPct val="20000"/>
        </a:spcBef>
        <a:spcAft>
          <a:spcPct val="0"/>
        </a:spcAft>
        <a:buChar char="–"/>
        <a:defRPr sz="7600">
          <a:solidFill>
            <a:schemeClr val="tx1"/>
          </a:solidFill>
          <a:latin typeface="+mn-lt"/>
        </a:defRPr>
      </a:lvl4pPr>
      <a:lvl5pPr marL="7867650" indent="-873125" algn="l" defTabSz="3497263" rtl="0" eaLnBrk="0" fontAlgn="base" hangingPunct="0">
        <a:spcBef>
          <a:spcPct val="20000"/>
        </a:spcBef>
        <a:spcAft>
          <a:spcPct val="0"/>
        </a:spcAft>
        <a:buChar char="»"/>
        <a:defRPr sz="7600">
          <a:solidFill>
            <a:schemeClr val="tx1"/>
          </a:solidFill>
          <a:latin typeface="+mn-lt"/>
        </a:defRPr>
      </a:lvl5pPr>
      <a:lvl6pPr marL="8324850" indent="-873125" algn="l" defTabSz="3497263" rtl="0" fontAlgn="base">
        <a:spcBef>
          <a:spcPct val="20000"/>
        </a:spcBef>
        <a:spcAft>
          <a:spcPct val="0"/>
        </a:spcAft>
        <a:buChar char="»"/>
        <a:defRPr sz="7600">
          <a:solidFill>
            <a:schemeClr val="tx1"/>
          </a:solidFill>
          <a:latin typeface="+mn-lt"/>
        </a:defRPr>
      </a:lvl6pPr>
      <a:lvl7pPr marL="8782050" indent="-873125" algn="l" defTabSz="3497263" rtl="0" fontAlgn="base">
        <a:spcBef>
          <a:spcPct val="20000"/>
        </a:spcBef>
        <a:spcAft>
          <a:spcPct val="0"/>
        </a:spcAft>
        <a:buChar char="»"/>
        <a:defRPr sz="7600">
          <a:solidFill>
            <a:schemeClr val="tx1"/>
          </a:solidFill>
          <a:latin typeface="+mn-lt"/>
        </a:defRPr>
      </a:lvl7pPr>
      <a:lvl8pPr marL="9239250" indent="-873125" algn="l" defTabSz="3497263" rtl="0" fontAlgn="base">
        <a:spcBef>
          <a:spcPct val="20000"/>
        </a:spcBef>
        <a:spcAft>
          <a:spcPct val="0"/>
        </a:spcAft>
        <a:buChar char="»"/>
        <a:defRPr sz="7600">
          <a:solidFill>
            <a:schemeClr val="tx1"/>
          </a:solidFill>
          <a:latin typeface="+mn-lt"/>
        </a:defRPr>
      </a:lvl8pPr>
      <a:lvl9pPr marL="9696450" indent="-873125" algn="l" defTabSz="3497263" rtl="0" fontAlgn="base">
        <a:spcBef>
          <a:spcPct val="20000"/>
        </a:spcBef>
        <a:spcAft>
          <a:spcPct val="0"/>
        </a:spcAft>
        <a:buChar char="»"/>
        <a:defRPr sz="7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www.postersession.com/order/" TargetMode="External"/><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3064"/>
            </a:gs>
            <a:gs pos="50000">
              <a:schemeClr val="bg1"/>
            </a:gs>
            <a:gs pos="100000">
              <a:srgbClr val="003064"/>
            </a:gs>
          </a:gsLst>
          <a:lin ang="5400000" scaled="1"/>
        </a:gradFill>
        <a:effectLst/>
      </p:bgPr>
    </p:bg>
    <p:spTree>
      <p:nvGrpSpPr>
        <p:cNvPr id="1" name=""/>
        <p:cNvGrpSpPr/>
        <p:nvPr/>
      </p:nvGrpSpPr>
      <p:grpSpPr>
        <a:xfrm>
          <a:off x="0" y="0"/>
          <a:ext cx="0" cy="0"/>
          <a:chOff x="0" y="0"/>
          <a:chExt cx="0" cy="0"/>
        </a:xfrm>
      </p:grpSpPr>
      <p:sp>
        <p:nvSpPr>
          <p:cNvPr id="2050" name="AutoShape 50"/>
          <p:cNvSpPr>
            <a:spLocks noChangeArrowheads="1"/>
          </p:cNvSpPr>
          <p:nvPr/>
        </p:nvSpPr>
        <p:spPr bwMode="auto">
          <a:xfrm>
            <a:off x="12771436" y="6288225"/>
            <a:ext cx="11857038" cy="28417836"/>
          </a:xfrm>
          <a:prstGeom prst="roundRect">
            <a:avLst>
              <a:gd name="adj" fmla="val 7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1440" tIns="45720" rIns="91440" bIns="45720" anchor="ctr"/>
          <a:lstStyle>
            <a:lvl1pPr eaLnBrk="0" hangingPunct="0">
              <a:defRPr sz="6900">
                <a:solidFill>
                  <a:schemeClr val="tx1"/>
                </a:solidFill>
                <a:latin typeface="Arial" charset="0"/>
              </a:defRPr>
            </a:lvl1pPr>
            <a:lvl2pPr marL="742950" indent="-285750" eaLnBrk="0" hangingPunct="0">
              <a:defRPr sz="6900">
                <a:solidFill>
                  <a:schemeClr val="tx1"/>
                </a:solidFill>
                <a:latin typeface="Arial" charset="0"/>
              </a:defRPr>
            </a:lvl2pPr>
            <a:lvl3pPr marL="1143000" indent="-228600" eaLnBrk="0" hangingPunct="0">
              <a:defRPr sz="6900">
                <a:solidFill>
                  <a:schemeClr val="tx1"/>
                </a:solidFill>
                <a:latin typeface="Arial" charset="0"/>
              </a:defRPr>
            </a:lvl3pPr>
            <a:lvl4pPr marL="1600200" indent="-228600" eaLnBrk="0" hangingPunct="0">
              <a:defRPr sz="6900">
                <a:solidFill>
                  <a:schemeClr val="tx1"/>
                </a:solidFill>
                <a:latin typeface="Arial" charset="0"/>
              </a:defRPr>
            </a:lvl4pPr>
            <a:lvl5pPr marL="2057400" indent="-228600" eaLnBrk="0" hangingPunct="0">
              <a:defRPr sz="6900">
                <a:solidFill>
                  <a:schemeClr val="tx1"/>
                </a:solidFill>
                <a:latin typeface="Arial" charset="0"/>
              </a:defRPr>
            </a:lvl5pPr>
            <a:lvl6pPr marL="2514600" indent="-228600" algn="ctr" eaLnBrk="0" fontAlgn="base" hangingPunct="0">
              <a:spcBef>
                <a:spcPct val="0"/>
              </a:spcBef>
              <a:spcAft>
                <a:spcPct val="0"/>
              </a:spcAft>
              <a:defRPr sz="6900">
                <a:solidFill>
                  <a:schemeClr val="tx1"/>
                </a:solidFill>
                <a:latin typeface="Arial" charset="0"/>
              </a:defRPr>
            </a:lvl6pPr>
            <a:lvl7pPr marL="2971800" indent="-228600" algn="ctr" eaLnBrk="0" fontAlgn="base" hangingPunct="0">
              <a:spcBef>
                <a:spcPct val="0"/>
              </a:spcBef>
              <a:spcAft>
                <a:spcPct val="0"/>
              </a:spcAft>
              <a:defRPr sz="6900">
                <a:solidFill>
                  <a:schemeClr val="tx1"/>
                </a:solidFill>
                <a:latin typeface="Arial" charset="0"/>
              </a:defRPr>
            </a:lvl7pPr>
            <a:lvl8pPr marL="3429000" indent="-228600" algn="ctr" eaLnBrk="0" fontAlgn="base" hangingPunct="0">
              <a:spcBef>
                <a:spcPct val="0"/>
              </a:spcBef>
              <a:spcAft>
                <a:spcPct val="0"/>
              </a:spcAft>
              <a:defRPr sz="6900">
                <a:solidFill>
                  <a:schemeClr val="tx1"/>
                </a:solidFill>
                <a:latin typeface="Arial" charset="0"/>
              </a:defRPr>
            </a:lvl8pPr>
            <a:lvl9pPr marL="3886200" indent="-228600" algn="ctr" eaLnBrk="0" fontAlgn="base" hangingPunct="0">
              <a:spcBef>
                <a:spcPct val="0"/>
              </a:spcBef>
              <a:spcAft>
                <a:spcPct val="0"/>
              </a:spcAft>
              <a:defRPr sz="6900">
                <a:solidFill>
                  <a:schemeClr val="tx1"/>
                </a:solidFill>
                <a:latin typeface="Arial" charset="0"/>
              </a:defRPr>
            </a:lvl9pPr>
          </a:lstStyle>
          <a:p>
            <a:endParaRPr lang="en-US" altLang="en-US" dirty="0">
              <a:cs typeface="Arial"/>
            </a:endParaRPr>
          </a:p>
        </p:txBody>
      </p:sp>
      <p:sp>
        <p:nvSpPr>
          <p:cNvPr id="2051" name="AutoShape 4"/>
          <p:cNvSpPr>
            <a:spLocks noChangeArrowheads="1"/>
          </p:cNvSpPr>
          <p:nvPr/>
        </p:nvSpPr>
        <p:spPr bwMode="auto">
          <a:xfrm>
            <a:off x="438150" y="6288225"/>
            <a:ext cx="11857038" cy="28417837"/>
          </a:xfrm>
          <a:prstGeom prst="roundRect">
            <a:avLst>
              <a:gd name="adj" fmla="val 7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sz="6900">
                <a:solidFill>
                  <a:schemeClr val="tx1"/>
                </a:solidFill>
                <a:latin typeface="Arial" charset="0"/>
              </a:defRPr>
            </a:lvl1pPr>
            <a:lvl2pPr marL="742950" indent="-285750" eaLnBrk="0" hangingPunct="0">
              <a:defRPr sz="6900">
                <a:solidFill>
                  <a:schemeClr val="tx1"/>
                </a:solidFill>
                <a:latin typeface="Arial" charset="0"/>
              </a:defRPr>
            </a:lvl2pPr>
            <a:lvl3pPr marL="1143000" indent="-228600" eaLnBrk="0" hangingPunct="0">
              <a:defRPr sz="6900">
                <a:solidFill>
                  <a:schemeClr val="tx1"/>
                </a:solidFill>
                <a:latin typeface="Arial" charset="0"/>
              </a:defRPr>
            </a:lvl3pPr>
            <a:lvl4pPr marL="1600200" indent="-228600" eaLnBrk="0" hangingPunct="0">
              <a:defRPr sz="6900">
                <a:solidFill>
                  <a:schemeClr val="tx1"/>
                </a:solidFill>
                <a:latin typeface="Arial" charset="0"/>
              </a:defRPr>
            </a:lvl4pPr>
            <a:lvl5pPr marL="2057400" indent="-228600" eaLnBrk="0" hangingPunct="0">
              <a:defRPr sz="6900">
                <a:solidFill>
                  <a:schemeClr val="tx1"/>
                </a:solidFill>
                <a:latin typeface="Arial" charset="0"/>
              </a:defRPr>
            </a:lvl5pPr>
            <a:lvl6pPr marL="2514600" indent="-228600" algn="ctr" eaLnBrk="0" fontAlgn="base" hangingPunct="0">
              <a:spcBef>
                <a:spcPct val="0"/>
              </a:spcBef>
              <a:spcAft>
                <a:spcPct val="0"/>
              </a:spcAft>
              <a:defRPr sz="6900">
                <a:solidFill>
                  <a:schemeClr val="tx1"/>
                </a:solidFill>
                <a:latin typeface="Arial" charset="0"/>
              </a:defRPr>
            </a:lvl6pPr>
            <a:lvl7pPr marL="2971800" indent="-228600" algn="ctr" eaLnBrk="0" fontAlgn="base" hangingPunct="0">
              <a:spcBef>
                <a:spcPct val="0"/>
              </a:spcBef>
              <a:spcAft>
                <a:spcPct val="0"/>
              </a:spcAft>
              <a:defRPr sz="6900">
                <a:solidFill>
                  <a:schemeClr val="tx1"/>
                </a:solidFill>
                <a:latin typeface="Arial" charset="0"/>
              </a:defRPr>
            </a:lvl7pPr>
            <a:lvl8pPr marL="3429000" indent="-228600" algn="ctr" eaLnBrk="0" fontAlgn="base" hangingPunct="0">
              <a:spcBef>
                <a:spcPct val="0"/>
              </a:spcBef>
              <a:spcAft>
                <a:spcPct val="0"/>
              </a:spcAft>
              <a:defRPr sz="6900">
                <a:solidFill>
                  <a:schemeClr val="tx1"/>
                </a:solidFill>
                <a:latin typeface="Arial" charset="0"/>
              </a:defRPr>
            </a:lvl8pPr>
            <a:lvl9pPr marL="3886200" indent="-228600" algn="ctr" eaLnBrk="0" fontAlgn="base" hangingPunct="0">
              <a:spcBef>
                <a:spcPct val="0"/>
              </a:spcBef>
              <a:spcAft>
                <a:spcPct val="0"/>
              </a:spcAft>
              <a:defRPr sz="6900">
                <a:solidFill>
                  <a:schemeClr val="tx1"/>
                </a:solidFill>
                <a:latin typeface="Arial" charset="0"/>
              </a:defRPr>
            </a:lvl9pPr>
          </a:lstStyle>
          <a:p>
            <a:pPr eaLnBrk="1" hangingPunct="1"/>
            <a:endParaRPr lang="en-US" altLang="en-US" dirty="0"/>
          </a:p>
        </p:txBody>
      </p:sp>
      <p:sp>
        <p:nvSpPr>
          <p:cNvPr id="2052" name="Text Box 9"/>
          <p:cNvSpPr txBox="1">
            <a:spLocks noChangeArrowheads="1"/>
          </p:cNvSpPr>
          <p:nvPr/>
        </p:nvSpPr>
        <p:spPr bwMode="auto">
          <a:xfrm>
            <a:off x="604838" y="8488363"/>
            <a:ext cx="11434762" cy="63522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850" tIns="36425" rIns="72850" bIns="36425" anchor="t">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algn="l"/>
            <a:r>
              <a:rPr lang="en-US" sz="2400">
                <a:latin typeface="Arial"/>
                <a:cs typeface="Arial"/>
              </a:rPr>
              <a:t>The home services sector faces a critical gap: customers struggle to find trusted, qualified providers, while skilled professionals lack the tools to reach clients efficiently. Traditional methods relying on personal recommendations, social media groups, and informal networks fail to guarantee service quality, transparent pricing, or accountability when problems arise.</a:t>
            </a:r>
            <a:endParaRPr lang="en-US"/>
          </a:p>
          <a:p>
            <a:pPr algn="l"/>
            <a:r>
              <a:rPr lang="en-US" sz="2400" dirty="0">
                <a:latin typeface="Arial"/>
                <a:cs typeface="Arial"/>
              </a:rPr>
              <a:t>On the customer side, the challenges are clear. There is no reliable way to compare providers, no upfront pricing transparency, no formal feedback system, and no mechanism to track whether a booked provider is actually on their way. On the provider side, skilled tradespeople have no professional platform to showcase their credentials, manage their bookings, build a verified reputation, or track their earnings over time.</a:t>
            </a:r>
            <a:endParaRPr lang="en-US" dirty="0"/>
          </a:p>
          <a:p>
            <a:pPr algn="l"/>
            <a:r>
              <a:rPr lang="en-US" sz="2400" dirty="0" err="1">
                <a:latin typeface="Arial"/>
                <a:cs typeface="Arial"/>
              </a:rPr>
              <a:t>SnapFix</a:t>
            </a:r>
            <a:r>
              <a:rPr lang="en-US" sz="2400" dirty="0">
                <a:latin typeface="Arial"/>
                <a:cs typeface="Arial"/>
              </a:rPr>
              <a:t> addresses these challenges by providing a centralized, intelligent mobile marketplace that connects customers with verified service providers across Egypt. The platform leverages mobile computing, cloud services, artificial intelligence, real-time GPS tracking, and secure online payments to deliver a seamless and trustworthy experience for all parties.</a:t>
            </a:r>
            <a:endParaRPr lang="en-US" dirty="0"/>
          </a:p>
          <a:p>
            <a:pPr algn="l"/>
            <a:endParaRPr lang="en-US" sz="2400" dirty="0">
              <a:latin typeface="Arial"/>
              <a:cs typeface="Arial"/>
            </a:endParaRPr>
          </a:p>
        </p:txBody>
      </p:sp>
      <p:sp>
        <p:nvSpPr>
          <p:cNvPr id="2053" name="Text Box 10"/>
          <p:cNvSpPr txBox="1">
            <a:spLocks noChangeArrowheads="1"/>
          </p:cNvSpPr>
          <p:nvPr/>
        </p:nvSpPr>
        <p:spPr bwMode="auto">
          <a:xfrm>
            <a:off x="3129721" y="20782233"/>
            <a:ext cx="5645150" cy="1135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850" tIns="36425" rIns="72850" bIns="364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spcBef>
                <a:spcPct val="50000"/>
              </a:spcBef>
            </a:pPr>
            <a:r>
              <a:rPr lang="en-US" altLang="en-US" b="1" dirty="0"/>
              <a:t>Methodology</a:t>
            </a:r>
          </a:p>
        </p:txBody>
      </p:sp>
      <p:sp>
        <p:nvSpPr>
          <p:cNvPr id="2054" name="Text Box 11"/>
          <p:cNvSpPr txBox="1">
            <a:spLocks noChangeArrowheads="1"/>
          </p:cNvSpPr>
          <p:nvPr/>
        </p:nvSpPr>
        <p:spPr bwMode="auto">
          <a:xfrm>
            <a:off x="13375217" y="25248910"/>
            <a:ext cx="10513483" cy="1135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850" tIns="36425" rIns="72850" bIns="364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spcBef>
                <a:spcPct val="50000"/>
              </a:spcBef>
            </a:pPr>
            <a:r>
              <a:rPr lang="en-US" altLang="en-US" b="1" dirty="0"/>
              <a:t>Conclusion</a:t>
            </a:r>
          </a:p>
        </p:txBody>
      </p:sp>
      <p:sp>
        <p:nvSpPr>
          <p:cNvPr id="2055" name="AutoShape 13"/>
          <p:cNvSpPr>
            <a:spLocks noChangeArrowheads="1"/>
          </p:cNvSpPr>
          <p:nvPr/>
        </p:nvSpPr>
        <p:spPr bwMode="auto">
          <a:xfrm>
            <a:off x="393700" y="313429"/>
            <a:ext cx="24414163" cy="5749925"/>
          </a:xfrm>
          <a:prstGeom prst="roundRect">
            <a:avLst>
              <a:gd name="adj" fmla="val 10870"/>
            </a:avLst>
          </a:prstGeom>
          <a:gradFill rotWithShape="1">
            <a:gsLst>
              <a:gs pos="0">
                <a:srgbClr val="A7C4FF"/>
              </a:gs>
              <a:gs pos="100000">
                <a:schemeClr val="bg1"/>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72850" tIns="36425" rIns="72850" bIns="36425" anchor="ct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endParaRPr lang="en-US" altLang="en-US">
              <a:solidFill>
                <a:schemeClr val="bg1"/>
              </a:solidFill>
            </a:endParaRPr>
          </a:p>
        </p:txBody>
      </p:sp>
      <p:sp>
        <p:nvSpPr>
          <p:cNvPr id="2056" name="Text Box 14"/>
          <p:cNvSpPr txBox="1">
            <a:spLocks noChangeArrowheads="1"/>
          </p:cNvSpPr>
          <p:nvPr/>
        </p:nvSpPr>
        <p:spPr bwMode="auto">
          <a:xfrm>
            <a:off x="730249" y="471167"/>
            <a:ext cx="23495000" cy="53057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72850" tIns="36425" rIns="72850" bIns="36425" anchor="t">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algn="l" eaLnBrk="1" hangingPunct="1">
              <a:spcBef>
                <a:spcPct val="50000"/>
              </a:spcBef>
            </a:pPr>
            <a:r>
              <a:rPr lang="en-US" altLang="en-US" sz="10000" b="1">
                <a:latin typeface="Arial"/>
                <a:cs typeface="Arial"/>
              </a:rPr>
              <a:t>SnapFix</a:t>
            </a:r>
            <a:endParaRPr lang="en-US" altLang="en-US" sz="10000" b="1">
              <a:cs typeface="Arial"/>
            </a:endParaRPr>
          </a:p>
          <a:p>
            <a:pPr algn="l" eaLnBrk="1" hangingPunct="1">
              <a:spcBef>
                <a:spcPts val="1200"/>
              </a:spcBef>
            </a:pPr>
            <a:r>
              <a:rPr lang="en-US" altLang="en-US" sz="4400" b="1">
                <a:latin typeface="Arial"/>
                <a:cs typeface="Arial"/>
              </a:rPr>
              <a:t>By: Joseph Nader, Kerollos Nagy, Shady Joseph, Youssef Kamal,</a:t>
            </a:r>
          </a:p>
          <a:p>
            <a:pPr algn="l" eaLnBrk="1" hangingPunct="1">
              <a:spcBef>
                <a:spcPts val="1200"/>
              </a:spcBef>
            </a:pPr>
            <a:r>
              <a:rPr lang="en-US" altLang="en-US" sz="4400" b="1">
                <a:latin typeface="Arial"/>
                <a:cs typeface="Arial"/>
              </a:rPr>
              <a:t>Amir Waleed, Fares Ahmed</a:t>
            </a:r>
          </a:p>
          <a:p>
            <a:pPr algn="l" eaLnBrk="1" hangingPunct="1"/>
            <a:r>
              <a:rPr lang="en-US" altLang="en-US" sz="4400" b="1">
                <a:latin typeface="Arial"/>
                <a:cs typeface="Arial"/>
              </a:rPr>
              <a:t>Supervised by: Dr. Eman Amin, TA. Oliver Ayman</a:t>
            </a:r>
          </a:p>
          <a:p>
            <a:pPr algn="l" eaLnBrk="1" hangingPunct="1"/>
            <a:r>
              <a:rPr lang="en-US" altLang="en-US" sz="4400" b="1" i="1" dirty="0"/>
              <a:t>Software Engineering Department</a:t>
            </a:r>
          </a:p>
          <a:p>
            <a:pPr algn="l" eaLnBrk="1" hangingPunct="1"/>
            <a:r>
              <a:rPr lang="en-US" altLang="en-US" sz="4400" b="1" i="1" dirty="0"/>
              <a:t>Faculty of Computer and Information Sciences - Ain Shams University</a:t>
            </a:r>
            <a:endParaRPr lang="en-US" altLang="en-US" sz="4400" dirty="0"/>
          </a:p>
        </p:txBody>
      </p:sp>
      <p:sp>
        <p:nvSpPr>
          <p:cNvPr id="2058" name="Text Box 27"/>
          <p:cNvSpPr txBox="1">
            <a:spLocks noChangeArrowheads="1"/>
          </p:cNvSpPr>
          <p:nvPr/>
        </p:nvSpPr>
        <p:spPr bwMode="auto">
          <a:xfrm>
            <a:off x="13139739" y="29779523"/>
            <a:ext cx="10893078" cy="1135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850" tIns="36425" rIns="72850" bIns="364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spcBef>
                <a:spcPct val="50000"/>
              </a:spcBef>
            </a:pPr>
            <a:r>
              <a:rPr lang="en-US" altLang="en-US" b="1" dirty="0"/>
              <a:t>References</a:t>
            </a:r>
          </a:p>
        </p:txBody>
      </p:sp>
      <p:sp>
        <p:nvSpPr>
          <p:cNvPr id="2059" name="Text Box 36"/>
          <p:cNvSpPr txBox="1">
            <a:spLocks noChangeArrowheads="1"/>
          </p:cNvSpPr>
          <p:nvPr/>
        </p:nvSpPr>
        <p:spPr bwMode="auto">
          <a:xfrm>
            <a:off x="656432" y="22022204"/>
            <a:ext cx="11010900" cy="61264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cmpd="thinThick">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8734" tIns="24366" rIns="48734" bIns="24366" anchor="t">
            <a:spAutoFit/>
          </a:bodyPr>
          <a:lstStyle>
            <a:lvl1pPr defTabSz="488950" eaLnBrk="0" hangingPunct="0">
              <a:defRPr sz="6900">
                <a:solidFill>
                  <a:schemeClr val="tx1"/>
                </a:solidFill>
                <a:latin typeface="Arial" charset="0"/>
              </a:defRPr>
            </a:lvl1pPr>
            <a:lvl2pPr marL="742950" indent="-285750" defTabSz="488950" eaLnBrk="0" hangingPunct="0">
              <a:defRPr sz="6900">
                <a:solidFill>
                  <a:schemeClr val="tx1"/>
                </a:solidFill>
                <a:latin typeface="Arial" charset="0"/>
              </a:defRPr>
            </a:lvl2pPr>
            <a:lvl3pPr marL="1143000" indent="-228600" defTabSz="488950" eaLnBrk="0" hangingPunct="0">
              <a:defRPr sz="6900">
                <a:solidFill>
                  <a:schemeClr val="tx1"/>
                </a:solidFill>
                <a:latin typeface="Arial" charset="0"/>
              </a:defRPr>
            </a:lvl3pPr>
            <a:lvl4pPr marL="1600200" indent="-228600" defTabSz="488950" eaLnBrk="0" hangingPunct="0">
              <a:defRPr sz="6900">
                <a:solidFill>
                  <a:schemeClr val="tx1"/>
                </a:solidFill>
                <a:latin typeface="Arial" charset="0"/>
              </a:defRPr>
            </a:lvl4pPr>
            <a:lvl5pPr marL="2057400" indent="-228600" defTabSz="488950" eaLnBrk="0" hangingPunct="0">
              <a:defRPr sz="6900">
                <a:solidFill>
                  <a:schemeClr val="tx1"/>
                </a:solidFill>
                <a:latin typeface="Arial" charset="0"/>
              </a:defRPr>
            </a:lvl5pPr>
            <a:lvl6pPr marL="2514600" indent="-228600" algn="ctr" defTabSz="488950" eaLnBrk="0" fontAlgn="base" hangingPunct="0">
              <a:spcBef>
                <a:spcPct val="0"/>
              </a:spcBef>
              <a:spcAft>
                <a:spcPct val="0"/>
              </a:spcAft>
              <a:defRPr sz="6900">
                <a:solidFill>
                  <a:schemeClr val="tx1"/>
                </a:solidFill>
                <a:latin typeface="Arial" charset="0"/>
              </a:defRPr>
            </a:lvl6pPr>
            <a:lvl7pPr marL="2971800" indent="-228600" algn="ctr" defTabSz="488950" eaLnBrk="0" fontAlgn="base" hangingPunct="0">
              <a:spcBef>
                <a:spcPct val="0"/>
              </a:spcBef>
              <a:spcAft>
                <a:spcPct val="0"/>
              </a:spcAft>
              <a:defRPr sz="6900">
                <a:solidFill>
                  <a:schemeClr val="tx1"/>
                </a:solidFill>
                <a:latin typeface="Arial" charset="0"/>
              </a:defRPr>
            </a:lvl7pPr>
            <a:lvl8pPr marL="3429000" indent="-228600" algn="ctr" defTabSz="488950" eaLnBrk="0" fontAlgn="base" hangingPunct="0">
              <a:spcBef>
                <a:spcPct val="0"/>
              </a:spcBef>
              <a:spcAft>
                <a:spcPct val="0"/>
              </a:spcAft>
              <a:defRPr sz="6900">
                <a:solidFill>
                  <a:schemeClr val="tx1"/>
                </a:solidFill>
                <a:latin typeface="Arial" charset="0"/>
              </a:defRPr>
            </a:lvl8pPr>
            <a:lvl9pPr marL="3886200" indent="-228600" algn="ctr" defTabSz="488950" eaLnBrk="0" fontAlgn="base" hangingPunct="0">
              <a:spcBef>
                <a:spcPct val="0"/>
              </a:spcBef>
              <a:spcAft>
                <a:spcPct val="0"/>
              </a:spcAft>
              <a:defRPr sz="6900">
                <a:solidFill>
                  <a:schemeClr val="tx1"/>
                </a:solidFill>
                <a:latin typeface="Arial" charset="0"/>
              </a:defRPr>
            </a:lvl9pPr>
          </a:lstStyle>
          <a:p>
            <a:pPr algn="l"/>
            <a:r>
              <a:rPr lang="en-US" sz="2000" dirty="0" err="1">
                <a:latin typeface="Arial"/>
                <a:cs typeface="Arial"/>
              </a:rPr>
              <a:t>SnapFix</a:t>
            </a:r>
            <a:r>
              <a:rPr lang="en-US" sz="2000" dirty="0">
                <a:latin typeface="Arial"/>
                <a:cs typeface="Arial"/>
              </a:rPr>
              <a:t> was developed using a layered client-server architecture:</a:t>
            </a:r>
            <a:endParaRPr lang="en-US"/>
          </a:p>
          <a:p>
            <a:pPr marL="285750" indent="-285750" algn="l">
              <a:buFont typeface="Arial"/>
              <a:buChar char="•"/>
            </a:pPr>
            <a:r>
              <a:rPr lang="en-US" sz="2000" b="1">
                <a:latin typeface="Arial"/>
                <a:cs typeface="Arial"/>
              </a:rPr>
              <a:t>Presentation Layer:</a:t>
            </a:r>
            <a:r>
              <a:rPr lang="en-US" sz="2000">
                <a:latin typeface="Arial"/>
                <a:cs typeface="Arial"/>
              </a:rPr>
              <a:t> Two React Native mobile apps (Customer &amp; Provider) and a Django Admin dashboard, supporting iOS and Android from a single codebase.</a:t>
            </a:r>
          </a:p>
          <a:p>
            <a:pPr marL="285750" indent="-285750" algn="l">
              <a:buFont typeface="Arial"/>
              <a:buChar char="•"/>
            </a:pPr>
            <a:r>
              <a:rPr lang="en-US" sz="2000" b="1">
                <a:latin typeface="Arial"/>
                <a:cs typeface="Arial"/>
              </a:rPr>
              <a:t>Application Layer:</a:t>
            </a:r>
            <a:r>
              <a:rPr lang="en-US" sz="2000">
                <a:latin typeface="Arial"/>
                <a:cs typeface="Arial"/>
              </a:rPr>
              <a:t> Modules for authentication (Knox token authentication), booking lifecycle (FSM with 6 states), provider recommendation, wallet &amp; payments, reviews, notifications, and GPS tracking.</a:t>
            </a:r>
            <a:endParaRPr lang="en-US" sz="2400">
              <a:cs typeface="Arial"/>
            </a:endParaRPr>
          </a:p>
          <a:p>
            <a:pPr marL="285750" indent="-285750" algn="l">
              <a:buFont typeface="Arial"/>
              <a:buChar char="•"/>
            </a:pPr>
            <a:r>
              <a:rPr lang="en-US" sz="2000" b="1">
                <a:latin typeface="Arial"/>
                <a:cs typeface="Arial"/>
              </a:rPr>
              <a:t>AI Service Layer:</a:t>
            </a:r>
            <a:r>
              <a:rPr lang="en-US" sz="2000">
                <a:latin typeface="Arial"/>
                <a:cs typeface="Arial"/>
              </a:rPr>
              <a:t> Provider Recommendation Engine using a weighted scoring formula that evaluates rating, distance, completion rate, availability, and customer favorites. A Document Verification microservice uses multimodal vision LLMs, configurable across multiple providers (Claude, OpenAI, Gemini, and Groq) with automatic failover, to read and validate uploaded National IDs, Police Clearance Certificates, and Professional Certificates during provider onboarding, producing a Passed / Flagged / Failed result for admin review.</a:t>
            </a:r>
            <a:endParaRPr lang="en-US" sz="2400" dirty="0">
              <a:cs typeface="Arial"/>
            </a:endParaRPr>
          </a:p>
          <a:p>
            <a:pPr marL="285750" indent="-285750" algn="l">
              <a:buFont typeface="Arial"/>
              <a:buChar char="•"/>
            </a:pPr>
            <a:r>
              <a:rPr lang="en-US" sz="2000" b="1">
                <a:latin typeface="Arial"/>
                <a:cs typeface="Arial"/>
              </a:rPr>
              <a:t>Third-Party Services:</a:t>
            </a:r>
            <a:r>
              <a:rPr lang="en-US" sz="2000">
                <a:latin typeface="Arial"/>
                <a:cs typeface="Arial"/>
              </a:rPr>
              <a:t> Stripe (payments), Firebase Cloud Messaging (push notifications), multi-provider LLM APIs (AI features), Leaflet Maps (location).</a:t>
            </a:r>
            <a:endParaRPr lang="en-US" sz="2400">
              <a:cs typeface="Arial"/>
            </a:endParaRPr>
          </a:p>
          <a:p>
            <a:pPr marL="285750" indent="-285750" algn="l">
              <a:buFont typeface="Arial"/>
              <a:buChar char="•"/>
            </a:pPr>
            <a:r>
              <a:rPr lang="en-US" sz="2000" b="1">
                <a:latin typeface="Arial"/>
                <a:cs typeface="Arial"/>
              </a:rPr>
              <a:t>Data Layer:</a:t>
            </a:r>
            <a:r>
              <a:rPr lang="en-US" sz="2000">
                <a:latin typeface="Arial"/>
                <a:cs typeface="Arial"/>
              </a:rPr>
              <a:t> PostgreSQL (primary database), Redis (caching and session management).</a:t>
            </a:r>
            <a:endParaRPr lang="en-US" sz="2400">
              <a:cs typeface="Arial"/>
            </a:endParaRPr>
          </a:p>
          <a:p>
            <a:pPr algn="l">
              <a:lnSpc>
                <a:spcPct val="95000"/>
              </a:lnSpc>
            </a:pPr>
            <a:endParaRPr lang="en-US" altLang="en-US" sz="2500" dirty="0">
              <a:latin typeface="Times New Roman" pitchFamily="18" charset="0"/>
              <a:cs typeface="Times New Roman"/>
            </a:endParaRPr>
          </a:p>
          <a:p>
            <a:pPr algn="l">
              <a:lnSpc>
                <a:spcPct val="95000"/>
              </a:lnSpc>
            </a:pPr>
            <a:endParaRPr lang="en-US" altLang="en-US" sz="2500" dirty="0">
              <a:latin typeface="Times New Roman" pitchFamily="18" charset="0"/>
            </a:endParaRPr>
          </a:p>
          <a:p>
            <a:pPr algn="l"/>
            <a:endParaRPr lang="en-US" altLang="en-US" sz="1900" dirty="0">
              <a:latin typeface="Times New Roman" pitchFamily="18" charset="0"/>
            </a:endParaRPr>
          </a:p>
        </p:txBody>
      </p:sp>
      <p:sp>
        <p:nvSpPr>
          <p:cNvPr id="2060" name="Text Box 38"/>
          <p:cNvSpPr txBox="1">
            <a:spLocks noChangeArrowheads="1"/>
          </p:cNvSpPr>
          <p:nvPr/>
        </p:nvSpPr>
        <p:spPr bwMode="auto">
          <a:xfrm>
            <a:off x="13139928" y="30999311"/>
            <a:ext cx="10612437" cy="372406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cmpd="thinThick">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48734" tIns="24366" rIns="48734" bIns="24366" anchor="t">
            <a:spAutoFit/>
          </a:bodyPr>
          <a:lstStyle>
            <a:lvl1pPr marL="273050" indent="-273050" defTabSz="488950" eaLnBrk="0" hangingPunct="0">
              <a:defRPr sz="6900">
                <a:solidFill>
                  <a:schemeClr val="tx1"/>
                </a:solidFill>
                <a:latin typeface="Arial" charset="0"/>
              </a:defRPr>
            </a:lvl1pPr>
            <a:lvl2pPr marL="517525" indent="-273050" defTabSz="488950" eaLnBrk="0" hangingPunct="0">
              <a:defRPr sz="6900">
                <a:solidFill>
                  <a:schemeClr val="tx1"/>
                </a:solidFill>
                <a:latin typeface="Arial" charset="0"/>
              </a:defRPr>
            </a:lvl2pPr>
            <a:lvl3pPr marL="762000" indent="-273050" defTabSz="488950" eaLnBrk="0" hangingPunct="0">
              <a:defRPr sz="6900">
                <a:solidFill>
                  <a:schemeClr val="tx1"/>
                </a:solidFill>
                <a:latin typeface="Arial" charset="0"/>
              </a:defRPr>
            </a:lvl3pPr>
            <a:lvl4pPr marL="1003300" indent="-273050" defTabSz="488950" eaLnBrk="0" hangingPunct="0">
              <a:defRPr sz="6900">
                <a:solidFill>
                  <a:schemeClr val="tx1"/>
                </a:solidFill>
                <a:latin typeface="Arial" charset="0"/>
              </a:defRPr>
            </a:lvl4pPr>
            <a:lvl5pPr marL="1247775" indent="-274638" defTabSz="488950" eaLnBrk="0" hangingPunct="0">
              <a:defRPr sz="6900">
                <a:solidFill>
                  <a:schemeClr val="tx1"/>
                </a:solidFill>
                <a:latin typeface="Arial" charset="0"/>
              </a:defRPr>
            </a:lvl5pPr>
            <a:lvl6pPr marL="1704975" indent="-274638" algn="ctr" defTabSz="488950" eaLnBrk="0" fontAlgn="base" hangingPunct="0">
              <a:spcBef>
                <a:spcPct val="0"/>
              </a:spcBef>
              <a:spcAft>
                <a:spcPct val="0"/>
              </a:spcAft>
              <a:defRPr sz="6900">
                <a:solidFill>
                  <a:schemeClr val="tx1"/>
                </a:solidFill>
                <a:latin typeface="Arial" charset="0"/>
              </a:defRPr>
            </a:lvl6pPr>
            <a:lvl7pPr marL="2162175" indent="-274638" algn="ctr" defTabSz="488950" eaLnBrk="0" fontAlgn="base" hangingPunct="0">
              <a:spcBef>
                <a:spcPct val="0"/>
              </a:spcBef>
              <a:spcAft>
                <a:spcPct val="0"/>
              </a:spcAft>
              <a:defRPr sz="6900">
                <a:solidFill>
                  <a:schemeClr val="tx1"/>
                </a:solidFill>
                <a:latin typeface="Arial" charset="0"/>
              </a:defRPr>
            </a:lvl7pPr>
            <a:lvl8pPr marL="2619375" indent="-274638" algn="ctr" defTabSz="488950" eaLnBrk="0" fontAlgn="base" hangingPunct="0">
              <a:spcBef>
                <a:spcPct val="0"/>
              </a:spcBef>
              <a:spcAft>
                <a:spcPct val="0"/>
              </a:spcAft>
              <a:defRPr sz="6900">
                <a:solidFill>
                  <a:schemeClr val="tx1"/>
                </a:solidFill>
                <a:latin typeface="Arial" charset="0"/>
              </a:defRPr>
            </a:lvl8pPr>
            <a:lvl9pPr marL="3076575" indent="-274638" algn="ctr" defTabSz="488950" eaLnBrk="0" fontAlgn="base" hangingPunct="0">
              <a:spcBef>
                <a:spcPct val="0"/>
              </a:spcBef>
              <a:spcAft>
                <a:spcPct val="0"/>
              </a:spcAft>
              <a:defRPr sz="6900">
                <a:solidFill>
                  <a:schemeClr val="tx1"/>
                </a:solidFill>
                <a:latin typeface="Arial" charset="0"/>
              </a:defRPr>
            </a:lvl9pPr>
          </a:lstStyle>
          <a:p>
            <a:pPr marL="285750" indent="-285750" algn="l">
              <a:buFont typeface="Arial"/>
              <a:buChar char="•"/>
            </a:pPr>
            <a:r>
              <a:rPr lang="en-US" sz="2400">
                <a:latin typeface="Arial"/>
                <a:cs typeface="Arial"/>
              </a:rPr>
              <a:t>Ricci, F., Rokach, L., &amp; Shapira, B. (2015). </a:t>
            </a:r>
            <a:r>
              <a:rPr lang="en-US" sz="2400" i="1">
                <a:latin typeface="Arial"/>
                <a:cs typeface="Arial"/>
              </a:rPr>
              <a:t>Recommender Systems Handbook</a:t>
            </a:r>
            <a:r>
              <a:rPr lang="en-US" sz="2400">
                <a:latin typeface="Arial"/>
                <a:cs typeface="Arial"/>
              </a:rPr>
              <a:t> (2nd ed.). Springer.</a:t>
            </a:r>
            <a:endParaRPr lang="en-US" sz="2400" dirty="0">
              <a:latin typeface="Arial"/>
              <a:cs typeface="Arial"/>
            </a:endParaRPr>
          </a:p>
          <a:p>
            <a:pPr marL="285750" indent="-285750" algn="l">
              <a:buFont typeface="Arial"/>
              <a:buChar char="•"/>
            </a:pPr>
            <a:r>
              <a:rPr lang="en-US" sz="2400">
                <a:latin typeface="Arial"/>
                <a:cs typeface="Arial"/>
              </a:rPr>
              <a:t>Wang, Y., Tao, L., &amp; Zhang, X. (2025). Recommending for a Multi-Sided Marketplace. </a:t>
            </a:r>
            <a:r>
              <a:rPr lang="en-US" sz="2400" i="1">
                <a:latin typeface="Arial"/>
                <a:cs typeface="Arial"/>
              </a:rPr>
              <a:t>Marketing Science</a:t>
            </a:r>
            <a:r>
              <a:rPr lang="en-US" sz="2400">
                <a:latin typeface="Arial"/>
                <a:cs typeface="Arial"/>
              </a:rPr>
              <a:t>, 44(1), 1–29.</a:t>
            </a:r>
            <a:endParaRPr lang="en-US" sz="2400" dirty="0">
              <a:latin typeface="Arial"/>
              <a:cs typeface="Arial"/>
            </a:endParaRPr>
          </a:p>
          <a:p>
            <a:pPr marL="285750" indent="-285750" algn="l">
              <a:buFont typeface="Arial"/>
              <a:buChar char="•"/>
            </a:pPr>
            <a:r>
              <a:rPr lang="en-US" sz="2400" dirty="0">
                <a:latin typeface="Arial"/>
                <a:cs typeface="Arial"/>
              </a:rPr>
              <a:t>Xie, S., et al. (2023). COUPA: An Industrial Recommender System for Online-to-Offline Service Platforms. </a:t>
            </a:r>
            <a:r>
              <a:rPr lang="en-US" sz="2400" i="1" dirty="0" err="1">
                <a:latin typeface="Arial"/>
                <a:cs typeface="Arial"/>
              </a:rPr>
              <a:t>arXiv</a:t>
            </a:r>
            <a:r>
              <a:rPr lang="en-US" sz="2400" dirty="0">
                <a:latin typeface="Arial"/>
                <a:cs typeface="Arial"/>
              </a:rPr>
              <a:t>.</a:t>
            </a:r>
          </a:p>
          <a:p>
            <a:pPr marL="285750" indent="-285750" algn="l">
              <a:buFont typeface="Arial"/>
              <a:buChar char="•"/>
            </a:pPr>
            <a:r>
              <a:rPr lang="en-US" sz="2400">
                <a:latin typeface="Arial"/>
                <a:cs typeface="Arial"/>
              </a:rPr>
              <a:t>Django REST Framework Documentation. djangorestframework.org</a:t>
            </a:r>
            <a:endParaRPr lang="en-US" sz="2400">
              <a:cs typeface="Arial"/>
            </a:endParaRPr>
          </a:p>
          <a:p>
            <a:pPr marL="285750" indent="-285750" algn="l">
              <a:buFont typeface="Arial"/>
              <a:buChar char="•"/>
            </a:pPr>
            <a:r>
              <a:rPr lang="en-US" sz="2400">
                <a:latin typeface="Arial"/>
                <a:cs typeface="Arial"/>
              </a:rPr>
              <a:t>Firebase Cloud Messaging Documentation. firebase.google.com</a:t>
            </a:r>
            <a:endParaRPr lang="en-US" sz="2400">
              <a:cs typeface="Arial"/>
            </a:endParaRPr>
          </a:p>
          <a:p>
            <a:pPr marL="285750" indent="-285750" algn="l">
              <a:buFont typeface="Arial"/>
              <a:buChar char="•"/>
            </a:pPr>
            <a:r>
              <a:rPr lang="en-US" sz="2400">
                <a:latin typeface="Arial"/>
                <a:cs typeface="Arial"/>
              </a:rPr>
              <a:t>Stripe Payments Documentation. stripe.com/docs</a:t>
            </a:r>
            <a:endParaRPr lang="en-US" sz="2400">
              <a:cs typeface="Arial"/>
            </a:endParaRPr>
          </a:p>
          <a:p>
            <a:pPr algn="l">
              <a:lnSpc>
                <a:spcPct val="95000"/>
              </a:lnSpc>
            </a:pPr>
            <a:endParaRPr lang="en-US" altLang="en-US" sz="2400" u="sng" dirty="0">
              <a:latin typeface="Times New Roman" pitchFamily="18" charset="0"/>
              <a:cs typeface="Times New Roman"/>
            </a:endParaRPr>
          </a:p>
        </p:txBody>
      </p:sp>
      <p:sp>
        <p:nvSpPr>
          <p:cNvPr id="2061" name="Text Box 40"/>
          <p:cNvSpPr txBox="1">
            <a:spLocks noChangeArrowheads="1"/>
          </p:cNvSpPr>
          <p:nvPr/>
        </p:nvSpPr>
        <p:spPr bwMode="auto">
          <a:xfrm>
            <a:off x="13139738" y="26272948"/>
            <a:ext cx="11120437" cy="409339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cmpd="thinThick">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8734" tIns="24366" rIns="48734" bIns="24366" anchor="t">
            <a:spAutoFit/>
          </a:bodyPr>
          <a:lstStyle>
            <a:lvl1pPr defTabSz="488950" eaLnBrk="0" hangingPunct="0">
              <a:defRPr sz="6900">
                <a:solidFill>
                  <a:schemeClr val="tx1"/>
                </a:solidFill>
                <a:latin typeface="Arial" charset="0"/>
              </a:defRPr>
            </a:lvl1pPr>
            <a:lvl2pPr marL="742950" indent="-285750" defTabSz="488950" eaLnBrk="0" hangingPunct="0">
              <a:defRPr sz="6900">
                <a:solidFill>
                  <a:schemeClr val="tx1"/>
                </a:solidFill>
                <a:latin typeface="Arial" charset="0"/>
              </a:defRPr>
            </a:lvl2pPr>
            <a:lvl3pPr marL="1143000" indent="-228600" defTabSz="488950" eaLnBrk="0" hangingPunct="0">
              <a:defRPr sz="6900">
                <a:solidFill>
                  <a:schemeClr val="tx1"/>
                </a:solidFill>
                <a:latin typeface="Arial" charset="0"/>
              </a:defRPr>
            </a:lvl3pPr>
            <a:lvl4pPr marL="1600200" indent="-228600" defTabSz="488950" eaLnBrk="0" hangingPunct="0">
              <a:defRPr sz="6900">
                <a:solidFill>
                  <a:schemeClr val="tx1"/>
                </a:solidFill>
                <a:latin typeface="Arial" charset="0"/>
              </a:defRPr>
            </a:lvl4pPr>
            <a:lvl5pPr marL="2057400" indent="-228600" defTabSz="488950" eaLnBrk="0" hangingPunct="0">
              <a:defRPr sz="6900">
                <a:solidFill>
                  <a:schemeClr val="tx1"/>
                </a:solidFill>
                <a:latin typeface="Arial" charset="0"/>
              </a:defRPr>
            </a:lvl5pPr>
            <a:lvl6pPr marL="2514600" indent="-228600" algn="ctr" defTabSz="488950" eaLnBrk="0" fontAlgn="base" hangingPunct="0">
              <a:spcBef>
                <a:spcPct val="0"/>
              </a:spcBef>
              <a:spcAft>
                <a:spcPct val="0"/>
              </a:spcAft>
              <a:defRPr sz="6900">
                <a:solidFill>
                  <a:schemeClr val="tx1"/>
                </a:solidFill>
                <a:latin typeface="Arial" charset="0"/>
              </a:defRPr>
            </a:lvl6pPr>
            <a:lvl7pPr marL="2971800" indent="-228600" algn="ctr" defTabSz="488950" eaLnBrk="0" fontAlgn="base" hangingPunct="0">
              <a:spcBef>
                <a:spcPct val="0"/>
              </a:spcBef>
              <a:spcAft>
                <a:spcPct val="0"/>
              </a:spcAft>
              <a:defRPr sz="6900">
                <a:solidFill>
                  <a:schemeClr val="tx1"/>
                </a:solidFill>
                <a:latin typeface="Arial" charset="0"/>
              </a:defRPr>
            </a:lvl7pPr>
            <a:lvl8pPr marL="3429000" indent="-228600" algn="ctr" defTabSz="488950" eaLnBrk="0" fontAlgn="base" hangingPunct="0">
              <a:spcBef>
                <a:spcPct val="0"/>
              </a:spcBef>
              <a:spcAft>
                <a:spcPct val="0"/>
              </a:spcAft>
              <a:defRPr sz="6900">
                <a:solidFill>
                  <a:schemeClr val="tx1"/>
                </a:solidFill>
                <a:latin typeface="Arial" charset="0"/>
              </a:defRPr>
            </a:lvl8pPr>
            <a:lvl9pPr marL="3886200" indent="-228600" algn="ctr" defTabSz="488950" eaLnBrk="0" fontAlgn="base" hangingPunct="0">
              <a:spcBef>
                <a:spcPct val="0"/>
              </a:spcBef>
              <a:spcAft>
                <a:spcPct val="0"/>
              </a:spcAft>
              <a:defRPr sz="6900">
                <a:solidFill>
                  <a:schemeClr val="tx1"/>
                </a:solidFill>
                <a:latin typeface="Arial" charset="0"/>
              </a:defRPr>
            </a:lvl9pPr>
          </a:lstStyle>
          <a:p>
            <a:pPr algn="l"/>
            <a:r>
              <a:rPr lang="en-US" sz="2400" dirty="0" err="1">
                <a:latin typeface="Arial"/>
                <a:cs typeface="Arial"/>
              </a:rPr>
              <a:t>SnapFix</a:t>
            </a:r>
            <a:r>
              <a:rPr lang="en-US" sz="2400" dirty="0">
                <a:latin typeface="Arial"/>
                <a:cs typeface="Arial"/>
              </a:rPr>
              <a:t> demonstrates the full feasibility of an AI-enhanced home services marketplace tailored to the Egyptian market. It is the first graduation project at Ain Shams University to combine mobile-first UI, AI document verification, and financial-grade payment infrastructure in a single platform. The system is production-ready pending a final security audit and App Store/Google Play submission.</a:t>
            </a:r>
          </a:p>
          <a:p>
            <a:pPr algn="l"/>
            <a:r>
              <a:rPr lang="en-US" sz="2400">
                <a:latin typeface="Arial"/>
                <a:cs typeface="Arial"/>
              </a:rPr>
              <a:t>Future work includes WebSocket-based real-time location updates, OTP phone verification via an Egyptian SMS gateway, advanced document tampering detection, provider video portfolios with AI content moderation, tiered provider subscription plans, and multi-city expansion across Egypt.</a:t>
            </a:r>
            <a:endParaRPr lang="en-US" sz="2400" dirty="0">
              <a:latin typeface="Arial"/>
              <a:cs typeface="Arial"/>
            </a:endParaRPr>
          </a:p>
          <a:p>
            <a:pPr algn="l">
              <a:lnSpc>
                <a:spcPct val="95000"/>
              </a:lnSpc>
            </a:pPr>
            <a:endParaRPr lang="en-US" altLang="en-US" sz="2400" dirty="0">
              <a:latin typeface="Times New Roman" pitchFamily="18" charset="0"/>
              <a:cs typeface="Times New Roman"/>
            </a:endParaRPr>
          </a:p>
        </p:txBody>
      </p:sp>
      <p:sp>
        <p:nvSpPr>
          <p:cNvPr id="2062" name="Text Box 42"/>
          <p:cNvSpPr txBox="1">
            <a:spLocks noChangeArrowheads="1"/>
          </p:cNvSpPr>
          <p:nvPr/>
        </p:nvSpPr>
        <p:spPr bwMode="auto">
          <a:xfrm>
            <a:off x="907977" y="7165975"/>
            <a:ext cx="10835481" cy="1135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850" tIns="36425" rIns="72850" bIns="364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spcBef>
                <a:spcPct val="50000"/>
              </a:spcBef>
            </a:pPr>
            <a:r>
              <a:rPr lang="en-US" altLang="en-US" b="1" dirty="0"/>
              <a:t>Introduction</a:t>
            </a:r>
          </a:p>
        </p:txBody>
      </p:sp>
      <p:sp>
        <p:nvSpPr>
          <p:cNvPr id="2063" name="Text Box 43"/>
          <p:cNvSpPr txBox="1">
            <a:spLocks noChangeArrowheads="1"/>
          </p:cNvSpPr>
          <p:nvPr/>
        </p:nvSpPr>
        <p:spPr bwMode="auto">
          <a:xfrm>
            <a:off x="13139738" y="7178675"/>
            <a:ext cx="10748962" cy="1135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850" tIns="36425" rIns="72850" bIns="364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spcBef>
                <a:spcPct val="50000"/>
              </a:spcBef>
            </a:pPr>
            <a:r>
              <a:rPr lang="en-US" altLang="en-US" b="1" dirty="0"/>
              <a:t>Results/Findings</a:t>
            </a:r>
          </a:p>
        </p:txBody>
      </p:sp>
      <p:sp>
        <p:nvSpPr>
          <p:cNvPr id="2065" name="Text Box 19"/>
          <p:cNvSpPr txBox="1">
            <a:spLocks noChangeArrowheads="1"/>
          </p:cNvSpPr>
          <p:nvPr/>
        </p:nvSpPr>
        <p:spPr bwMode="auto">
          <a:xfrm>
            <a:off x="13098534" y="8502524"/>
            <a:ext cx="11050587" cy="58539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40" tIns="45720" rIns="91440" bIns="45720" anchor="t">
            <a:spAutoFit/>
          </a:bodyPr>
          <a:lstStyle>
            <a:lvl1pPr marL="533400" indent="-533400" defTabSz="4389438" eaLnBrk="0" hangingPunct="0">
              <a:defRPr sz="6900">
                <a:solidFill>
                  <a:schemeClr val="tx1"/>
                </a:solidFill>
                <a:latin typeface="Arial" charset="0"/>
              </a:defRPr>
            </a:lvl1pPr>
            <a:lvl2pPr marL="742950" indent="-285750" defTabSz="4389438" eaLnBrk="0" hangingPunct="0">
              <a:defRPr sz="6900">
                <a:solidFill>
                  <a:schemeClr val="tx1"/>
                </a:solidFill>
                <a:latin typeface="Arial" charset="0"/>
              </a:defRPr>
            </a:lvl2pPr>
            <a:lvl3pPr marL="1143000" indent="-228600" defTabSz="4389438" eaLnBrk="0" hangingPunct="0">
              <a:defRPr sz="6900">
                <a:solidFill>
                  <a:schemeClr val="tx1"/>
                </a:solidFill>
                <a:latin typeface="Arial" charset="0"/>
              </a:defRPr>
            </a:lvl3pPr>
            <a:lvl4pPr marL="1600200" indent="-228600" defTabSz="4389438" eaLnBrk="0" hangingPunct="0">
              <a:defRPr sz="6900">
                <a:solidFill>
                  <a:schemeClr val="tx1"/>
                </a:solidFill>
                <a:latin typeface="Arial" charset="0"/>
              </a:defRPr>
            </a:lvl4pPr>
            <a:lvl5pPr marL="2057400" indent="-228600" defTabSz="4389438" eaLnBrk="0" hangingPunct="0">
              <a:defRPr sz="6900">
                <a:solidFill>
                  <a:schemeClr val="tx1"/>
                </a:solidFill>
                <a:latin typeface="Arial" charset="0"/>
              </a:defRPr>
            </a:lvl5pPr>
            <a:lvl6pPr marL="2514600" indent="-228600" algn="ctr" defTabSz="4389438" eaLnBrk="0" fontAlgn="base" hangingPunct="0">
              <a:spcBef>
                <a:spcPct val="0"/>
              </a:spcBef>
              <a:spcAft>
                <a:spcPct val="0"/>
              </a:spcAft>
              <a:defRPr sz="6900">
                <a:solidFill>
                  <a:schemeClr val="tx1"/>
                </a:solidFill>
                <a:latin typeface="Arial" charset="0"/>
              </a:defRPr>
            </a:lvl6pPr>
            <a:lvl7pPr marL="2971800" indent="-228600" algn="ctr" defTabSz="4389438" eaLnBrk="0" fontAlgn="base" hangingPunct="0">
              <a:spcBef>
                <a:spcPct val="0"/>
              </a:spcBef>
              <a:spcAft>
                <a:spcPct val="0"/>
              </a:spcAft>
              <a:defRPr sz="6900">
                <a:solidFill>
                  <a:schemeClr val="tx1"/>
                </a:solidFill>
                <a:latin typeface="Arial" charset="0"/>
              </a:defRPr>
            </a:lvl7pPr>
            <a:lvl8pPr marL="3429000" indent="-228600" algn="ctr" defTabSz="4389438" eaLnBrk="0" fontAlgn="base" hangingPunct="0">
              <a:spcBef>
                <a:spcPct val="0"/>
              </a:spcBef>
              <a:spcAft>
                <a:spcPct val="0"/>
              </a:spcAft>
              <a:defRPr sz="6900">
                <a:solidFill>
                  <a:schemeClr val="tx1"/>
                </a:solidFill>
                <a:latin typeface="Arial" charset="0"/>
              </a:defRPr>
            </a:lvl8pPr>
            <a:lvl9pPr marL="3886200" indent="-228600" algn="ctr" defTabSz="4389438" eaLnBrk="0" fontAlgn="base" hangingPunct="0">
              <a:spcBef>
                <a:spcPct val="0"/>
              </a:spcBef>
              <a:spcAft>
                <a:spcPct val="0"/>
              </a:spcAft>
              <a:defRPr sz="6900">
                <a:solidFill>
                  <a:schemeClr val="tx1"/>
                </a:solidFill>
                <a:latin typeface="Arial" charset="0"/>
              </a:defRPr>
            </a:lvl9pPr>
          </a:lstStyle>
          <a:p>
            <a:pPr algn="l" eaLnBrk="1" hangingPunct="1">
              <a:buFont typeface="Arial" charset="0"/>
              <a:buChar char="•"/>
            </a:pPr>
            <a:r>
              <a:rPr lang="en-US" sz="2400" b="1">
                <a:latin typeface="Arial"/>
                <a:cs typeface="Arial"/>
              </a:rPr>
              <a:t>Key achievements:</a:t>
            </a:r>
            <a:endParaRPr lang="en-US" sz="2400">
              <a:latin typeface="Arial"/>
              <a:cs typeface="Arial"/>
            </a:endParaRPr>
          </a:p>
          <a:p>
            <a:pPr algn="l">
              <a:buFont typeface="Arial" charset="0"/>
              <a:buChar char="•"/>
            </a:pPr>
            <a:r>
              <a:rPr lang="en-US" sz="2400">
                <a:latin typeface="Arial"/>
                <a:cs typeface="Arial"/>
              </a:rPr>
              <a:t>AI Recommendation Engine consistently ranked geographically closer, higher-rated providers ahead of less relevant alternatives across all manual test scenarios</a:t>
            </a:r>
            <a:endParaRPr lang="en-US" sz="2400">
              <a:cs typeface="Arial"/>
            </a:endParaRPr>
          </a:p>
          <a:p>
            <a:pPr algn="l">
              <a:buFont typeface="Arial" charset="0"/>
              <a:buChar char="•"/>
            </a:pPr>
            <a:r>
              <a:rPr lang="en-US" sz="2400">
                <a:latin typeface="Arial"/>
                <a:cs typeface="Arial"/>
              </a:rPr>
              <a:t>AI Document Verification achieved over 90% accuracy for Egyptian National IDs, Professional Certificates, and Police Clearance documents under well-lit conditions</a:t>
            </a:r>
            <a:endParaRPr lang="en-US" sz="2400">
              <a:cs typeface="Arial"/>
            </a:endParaRPr>
          </a:p>
          <a:p>
            <a:pPr algn="l">
              <a:buFont typeface="Arial" charset="0"/>
              <a:buChar char="•"/>
            </a:pPr>
            <a:r>
              <a:rPr lang="en-US" sz="2400">
                <a:latin typeface="Arial"/>
                <a:cs typeface="Arial"/>
              </a:rPr>
              <a:t>Stripe payment integration successfully handled card, digital wallet, and hybrid (wallet + card) payment flows in the test environment</a:t>
            </a:r>
            <a:endParaRPr lang="en-US" sz="2400">
              <a:cs typeface="Arial"/>
            </a:endParaRPr>
          </a:p>
          <a:p>
            <a:pPr algn="l">
              <a:buFont typeface="Arial" charset="0"/>
              <a:buChar char="•"/>
            </a:pPr>
            <a:r>
              <a:rPr lang="en-US" sz="2400">
                <a:latin typeface="Arial"/>
                <a:cs typeface="Arial"/>
              </a:rPr>
              <a:t>Firebase FCM push notifications delivered reliably at every booking state transition on both iOS and Android test devices</a:t>
            </a:r>
            <a:endParaRPr lang="en-US" sz="2400">
              <a:cs typeface="Arial"/>
            </a:endParaRPr>
          </a:p>
          <a:p>
            <a:pPr algn="l">
              <a:buFont typeface="Arial" charset="0"/>
              <a:buChar char="•"/>
            </a:pPr>
            <a:r>
              <a:rPr lang="en-US" sz="2400">
                <a:latin typeface="Arial"/>
                <a:cs typeface="Arial"/>
              </a:rPr>
              <a:t>All 14 functional requirements validated through functional and integration testing</a:t>
            </a:r>
            <a:endParaRPr lang="en-US" sz="2400">
              <a:cs typeface="Arial"/>
            </a:endParaRPr>
          </a:p>
          <a:p>
            <a:pPr marL="0" indent="0" algn="l">
              <a:lnSpc>
                <a:spcPct val="80000"/>
              </a:lnSpc>
              <a:spcBef>
                <a:spcPct val="50000"/>
              </a:spcBef>
            </a:pPr>
            <a:endParaRPr lang="en-US" altLang="en-US" sz="2400" dirty="0">
              <a:cs typeface="Arial"/>
            </a:endParaRPr>
          </a:p>
          <a:p>
            <a:pPr algn="l" eaLnBrk="1" hangingPunct="1">
              <a:lnSpc>
                <a:spcPct val="80000"/>
              </a:lnSpc>
              <a:spcBef>
                <a:spcPct val="50000"/>
              </a:spcBef>
              <a:buFont typeface="Arial" charset="0"/>
              <a:buChar char="•"/>
            </a:pPr>
            <a:endParaRPr lang="en-US" altLang="en-US" sz="2400" dirty="0">
              <a:cs typeface="Arial"/>
            </a:endParaRPr>
          </a:p>
        </p:txBody>
      </p:sp>
      <p:sp>
        <p:nvSpPr>
          <p:cNvPr id="2066" name="Text Box 19">
            <a:hlinkClick r:id="rId3"/>
          </p:cNvPr>
          <p:cNvSpPr txBox="1">
            <a:spLocks noChangeArrowheads="1"/>
          </p:cNvSpPr>
          <p:nvPr/>
        </p:nvSpPr>
        <p:spPr bwMode="auto">
          <a:xfrm>
            <a:off x="0" y="34984944"/>
            <a:ext cx="25201563" cy="101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4389438" eaLnBrk="0" hangingPunct="0">
              <a:defRPr sz="6900">
                <a:solidFill>
                  <a:schemeClr val="tx1"/>
                </a:solidFill>
                <a:latin typeface="Arial" charset="0"/>
              </a:defRPr>
            </a:lvl1pPr>
            <a:lvl2pPr marL="742950" indent="-285750" defTabSz="4389438" eaLnBrk="0" hangingPunct="0">
              <a:defRPr sz="6900">
                <a:solidFill>
                  <a:schemeClr val="tx1"/>
                </a:solidFill>
                <a:latin typeface="Arial" charset="0"/>
              </a:defRPr>
            </a:lvl2pPr>
            <a:lvl3pPr marL="1143000" indent="-228600" defTabSz="4389438" eaLnBrk="0" hangingPunct="0">
              <a:defRPr sz="6900">
                <a:solidFill>
                  <a:schemeClr val="tx1"/>
                </a:solidFill>
                <a:latin typeface="Arial" charset="0"/>
              </a:defRPr>
            </a:lvl3pPr>
            <a:lvl4pPr marL="1600200" indent="-228600" defTabSz="4389438" eaLnBrk="0" hangingPunct="0">
              <a:defRPr sz="6900">
                <a:solidFill>
                  <a:schemeClr val="tx1"/>
                </a:solidFill>
                <a:latin typeface="Arial" charset="0"/>
              </a:defRPr>
            </a:lvl4pPr>
            <a:lvl5pPr marL="2057400" indent="-228600" defTabSz="4389438" eaLnBrk="0" hangingPunct="0">
              <a:defRPr sz="6900">
                <a:solidFill>
                  <a:schemeClr val="tx1"/>
                </a:solidFill>
                <a:latin typeface="Arial" charset="0"/>
              </a:defRPr>
            </a:lvl5pPr>
            <a:lvl6pPr marL="2514600" indent="-228600" algn="ctr" defTabSz="4389438" eaLnBrk="0" fontAlgn="base" hangingPunct="0">
              <a:spcBef>
                <a:spcPct val="0"/>
              </a:spcBef>
              <a:spcAft>
                <a:spcPct val="0"/>
              </a:spcAft>
              <a:defRPr sz="6900">
                <a:solidFill>
                  <a:schemeClr val="tx1"/>
                </a:solidFill>
                <a:latin typeface="Arial" charset="0"/>
              </a:defRPr>
            </a:lvl6pPr>
            <a:lvl7pPr marL="2971800" indent="-228600" algn="ctr" defTabSz="4389438" eaLnBrk="0" fontAlgn="base" hangingPunct="0">
              <a:spcBef>
                <a:spcPct val="0"/>
              </a:spcBef>
              <a:spcAft>
                <a:spcPct val="0"/>
              </a:spcAft>
              <a:defRPr sz="6900">
                <a:solidFill>
                  <a:schemeClr val="tx1"/>
                </a:solidFill>
                <a:latin typeface="Arial" charset="0"/>
              </a:defRPr>
            </a:lvl7pPr>
            <a:lvl8pPr marL="3429000" indent="-228600" algn="ctr" defTabSz="4389438" eaLnBrk="0" fontAlgn="base" hangingPunct="0">
              <a:spcBef>
                <a:spcPct val="0"/>
              </a:spcBef>
              <a:spcAft>
                <a:spcPct val="0"/>
              </a:spcAft>
              <a:defRPr sz="6900">
                <a:solidFill>
                  <a:schemeClr val="tx1"/>
                </a:solidFill>
                <a:latin typeface="Arial" charset="0"/>
              </a:defRPr>
            </a:lvl8pPr>
            <a:lvl9pPr marL="3886200" indent="-228600" algn="ctr" defTabSz="4389438" eaLnBrk="0" fontAlgn="base" hangingPunct="0">
              <a:spcBef>
                <a:spcPct val="0"/>
              </a:spcBef>
              <a:spcAft>
                <a:spcPct val="0"/>
              </a:spcAft>
              <a:defRPr sz="6900">
                <a:solidFill>
                  <a:schemeClr val="tx1"/>
                </a:solidFill>
                <a:latin typeface="Arial" charset="0"/>
              </a:defRPr>
            </a:lvl9pPr>
          </a:lstStyle>
          <a:p>
            <a:pPr eaLnBrk="1" hangingPunct="1">
              <a:spcBef>
                <a:spcPct val="50000"/>
              </a:spcBef>
            </a:pPr>
            <a:r>
              <a:rPr lang="en-US" altLang="en-US" sz="4000" b="1" i="1">
                <a:solidFill>
                  <a:srgbClr val="0046D2"/>
                </a:solidFill>
              </a:rPr>
              <a:t>June 2026 - Ain Shams University, Faculty of Computer and Information Sciences</a:t>
            </a:r>
          </a:p>
        </p:txBody>
      </p:sp>
      <p:sp>
        <p:nvSpPr>
          <p:cNvPr id="3" name="Text Box 19">
            <a:extLst>
              <a:ext uri="{FF2B5EF4-FFF2-40B4-BE49-F238E27FC236}">
                <a16:creationId xmlns:a16="http://schemas.microsoft.com/office/drawing/2014/main" id="{8D53FFB1-D23F-D80B-87BD-F87D4831301D}"/>
              </a:ext>
            </a:extLst>
          </p:cNvPr>
          <p:cNvSpPr txBox="1">
            <a:spLocks noChangeArrowheads="1"/>
          </p:cNvSpPr>
          <p:nvPr/>
        </p:nvSpPr>
        <p:spPr bwMode="auto">
          <a:xfrm>
            <a:off x="13263511" y="13941971"/>
            <a:ext cx="11063192" cy="4370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lvl1pPr marL="533400" indent="-533400" defTabSz="4389438" eaLnBrk="0" hangingPunct="0">
              <a:defRPr sz="6900">
                <a:solidFill>
                  <a:schemeClr val="tx1"/>
                </a:solidFill>
                <a:latin typeface="Arial" charset="0"/>
              </a:defRPr>
            </a:lvl1pPr>
            <a:lvl2pPr marL="742950" indent="-285750" defTabSz="4389438" eaLnBrk="0" hangingPunct="0">
              <a:defRPr sz="6900">
                <a:solidFill>
                  <a:schemeClr val="tx1"/>
                </a:solidFill>
                <a:latin typeface="Arial" charset="0"/>
              </a:defRPr>
            </a:lvl2pPr>
            <a:lvl3pPr marL="1143000" indent="-228600" defTabSz="4389438" eaLnBrk="0" hangingPunct="0">
              <a:defRPr sz="6900">
                <a:solidFill>
                  <a:schemeClr val="tx1"/>
                </a:solidFill>
                <a:latin typeface="Arial" charset="0"/>
              </a:defRPr>
            </a:lvl3pPr>
            <a:lvl4pPr marL="1600200" indent="-228600" defTabSz="4389438" eaLnBrk="0" hangingPunct="0">
              <a:defRPr sz="6900">
                <a:solidFill>
                  <a:schemeClr val="tx1"/>
                </a:solidFill>
                <a:latin typeface="Arial" charset="0"/>
              </a:defRPr>
            </a:lvl4pPr>
            <a:lvl5pPr marL="2057400" indent="-228600" defTabSz="4389438" eaLnBrk="0" hangingPunct="0">
              <a:defRPr sz="6900">
                <a:solidFill>
                  <a:schemeClr val="tx1"/>
                </a:solidFill>
                <a:latin typeface="Arial" charset="0"/>
              </a:defRPr>
            </a:lvl5pPr>
            <a:lvl6pPr marL="2514600" indent="-228600" algn="ctr" defTabSz="4389438" eaLnBrk="0" fontAlgn="base" hangingPunct="0">
              <a:spcBef>
                <a:spcPct val="0"/>
              </a:spcBef>
              <a:spcAft>
                <a:spcPct val="0"/>
              </a:spcAft>
              <a:defRPr sz="6900">
                <a:solidFill>
                  <a:schemeClr val="tx1"/>
                </a:solidFill>
                <a:latin typeface="Arial" charset="0"/>
              </a:defRPr>
            </a:lvl6pPr>
            <a:lvl7pPr marL="2971800" indent="-228600" algn="ctr" defTabSz="4389438" eaLnBrk="0" fontAlgn="base" hangingPunct="0">
              <a:spcBef>
                <a:spcPct val="0"/>
              </a:spcBef>
              <a:spcAft>
                <a:spcPct val="0"/>
              </a:spcAft>
              <a:defRPr sz="6900">
                <a:solidFill>
                  <a:schemeClr val="tx1"/>
                </a:solidFill>
                <a:latin typeface="Arial" charset="0"/>
              </a:defRPr>
            </a:lvl7pPr>
            <a:lvl8pPr marL="3429000" indent="-228600" algn="ctr" defTabSz="4389438" eaLnBrk="0" fontAlgn="base" hangingPunct="0">
              <a:spcBef>
                <a:spcPct val="0"/>
              </a:spcBef>
              <a:spcAft>
                <a:spcPct val="0"/>
              </a:spcAft>
              <a:defRPr sz="6900">
                <a:solidFill>
                  <a:schemeClr val="tx1"/>
                </a:solidFill>
                <a:latin typeface="Arial" charset="0"/>
              </a:defRPr>
            </a:lvl8pPr>
            <a:lvl9pPr marL="3886200" indent="-228600" algn="ctr" defTabSz="4389438" eaLnBrk="0" fontAlgn="base" hangingPunct="0">
              <a:spcBef>
                <a:spcPct val="0"/>
              </a:spcBef>
              <a:spcAft>
                <a:spcPct val="0"/>
              </a:spcAft>
              <a:defRPr sz="6900">
                <a:solidFill>
                  <a:schemeClr val="tx1"/>
                </a:solidFill>
                <a:latin typeface="Arial" charset="0"/>
              </a:defRPr>
            </a:lvl9pPr>
          </a:lstStyle>
          <a:p>
            <a:pPr marL="0" indent="0" algn="l">
              <a:lnSpc>
                <a:spcPct val="80000"/>
              </a:lnSpc>
              <a:spcBef>
                <a:spcPct val="50000"/>
              </a:spcBef>
            </a:pPr>
            <a:r>
              <a:rPr lang="en-US" sz="2800" dirty="0">
                <a:latin typeface="Arial"/>
                <a:cs typeface="Arial"/>
              </a:rPr>
              <a:t>Table 1: Comparative Analysis: </a:t>
            </a:r>
            <a:r>
              <a:rPr lang="en-US" sz="2800" dirty="0" err="1">
                <a:latin typeface="Arial"/>
                <a:cs typeface="Arial"/>
              </a:rPr>
              <a:t>SnapFix</a:t>
            </a:r>
            <a:r>
              <a:rPr lang="en-US" sz="2800" dirty="0">
                <a:latin typeface="Arial"/>
                <a:cs typeface="Arial"/>
              </a:rPr>
              <a:t> vs. Existing Platforms</a:t>
            </a:r>
            <a:endParaRPr lang="en-US" dirty="0"/>
          </a:p>
        </p:txBody>
      </p:sp>
      <p:sp>
        <p:nvSpPr>
          <p:cNvPr id="14" name="Text Box 10">
            <a:extLst>
              <a:ext uri="{FF2B5EF4-FFF2-40B4-BE49-F238E27FC236}">
                <a16:creationId xmlns:a16="http://schemas.microsoft.com/office/drawing/2014/main" id="{15248712-8F28-3291-2012-BD3308D98D5A}"/>
              </a:ext>
            </a:extLst>
          </p:cNvPr>
          <p:cNvSpPr txBox="1">
            <a:spLocks noChangeArrowheads="1"/>
          </p:cNvSpPr>
          <p:nvPr/>
        </p:nvSpPr>
        <p:spPr bwMode="auto">
          <a:xfrm>
            <a:off x="656432" y="28346400"/>
            <a:ext cx="11010899" cy="11353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2850" tIns="36425" rIns="72850" bIns="36425">
            <a:spAutoFit/>
          </a:bodyPr>
          <a:lstStyle>
            <a:lvl1pPr defTabSz="3497263" eaLnBrk="0" hangingPunct="0">
              <a:defRPr sz="6900">
                <a:solidFill>
                  <a:schemeClr val="tx1"/>
                </a:solidFill>
                <a:latin typeface="Arial" charset="0"/>
              </a:defRPr>
            </a:lvl1pPr>
            <a:lvl2pPr marL="742950" indent="-285750" defTabSz="3497263" eaLnBrk="0" hangingPunct="0">
              <a:defRPr sz="6900">
                <a:solidFill>
                  <a:schemeClr val="tx1"/>
                </a:solidFill>
                <a:latin typeface="Arial" charset="0"/>
              </a:defRPr>
            </a:lvl2pPr>
            <a:lvl3pPr marL="1143000" indent="-228600" defTabSz="3497263" eaLnBrk="0" hangingPunct="0">
              <a:defRPr sz="6900">
                <a:solidFill>
                  <a:schemeClr val="tx1"/>
                </a:solidFill>
                <a:latin typeface="Arial" charset="0"/>
              </a:defRPr>
            </a:lvl3pPr>
            <a:lvl4pPr marL="1600200" indent="-228600" defTabSz="3497263" eaLnBrk="0" hangingPunct="0">
              <a:defRPr sz="6900">
                <a:solidFill>
                  <a:schemeClr val="tx1"/>
                </a:solidFill>
                <a:latin typeface="Arial" charset="0"/>
              </a:defRPr>
            </a:lvl4pPr>
            <a:lvl5pPr marL="2057400" indent="-228600" defTabSz="3497263" eaLnBrk="0" hangingPunct="0">
              <a:defRPr sz="6900">
                <a:solidFill>
                  <a:schemeClr val="tx1"/>
                </a:solidFill>
                <a:latin typeface="Arial" charset="0"/>
              </a:defRPr>
            </a:lvl5pPr>
            <a:lvl6pPr marL="2514600" indent="-228600" algn="ctr" defTabSz="3497263" eaLnBrk="0" fontAlgn="base" hangingPunct="0">
              <a:spcBef>
                <a:spcPct val="0"/>
              </a:spcBef>
              <a:spcAft>
                <a:spcPct val="0"/>
              </a:spcAft>
              <a:defRPr sz="6900">
                <a:solidFill>
                  <a:schemeClr val="tx1"/>
                </a:solidFill>
                <a:latin typeface="Arial" charset="0"/>
              </a:defRPr>
            </a:lvl6pPr>
            <a:lvl7pPr marL="2971800" indent="-228600" algn="ctr" defTabSz="3497263" eaLnBrk="0" fontAlgn="base" hangingPunct="0">
              <a:spcBef>
                <a:spcPct val="0"/>
              </a:spcBef>
              <a:spcAft>
                <a:spcPct val="0"/>
              </a:spcAft>
              <a:defRPr sz="6900">
                <a:solidFill>
                  <a:schemeClr val="tx1"/>
                </a:solidFill>
                <a:latin typeface="Arial" charset="0"/>
              </a:defRPr>
            </a:lvl7pPr>
            <a:lvl8pPr marL="3429000" indent="-228600" algn="ctr" defTabSz="3497263" eaLnBrk="0" fontAlgn="base" hangingPunct="0">
              <a:spcBef>
                <a:spcPct val="0"/>
              </a:spcBef>
              <a:spcAft>
                <a:spcPct val="0"/>
              </a:spcAft>
              <a:defRPr sz="6900">
                <a:solidFill>
                  <a:schemeClr val="tx1"/>
                </a:solidFill>
                <a:latin typeface="Arial" charset="0"/>
              </a:defRPr>
            </a:lvl8pPr>
            <a:lvl9pPr marL="3886200" indent="-228600" algn="ctr" defTabSz="3497263" eaLnBrk="0" fontAlgn="base" hangingPunct="0">
              <a:spcBef>
                <a:spcPct val="0"/>
              </a:spcBef>
              <a:spcAft>
                <a:spcPct val="0"/>
              </a:spcAft>
              <a:defRPr sz="6900">
                <a:solidFill>
                  <a:schemeClr val="tx1"/>
                </a:solidFill>
                <a:latin typeface="Arial" charset="0"/>
              </a:defRPr>
            </a:lvl9pPr>
          </a:lstStyle>
          <a:p>
            <a:pPr eaLnBrk="1" hangingPunct="1">
              <a:spcBef>
                <a:spcPct val="50000"/>
              </a:spcBef>
            </a:pPr>
            <a:r>
              <a:rPr lang="en-US" altLang="en-US" b="1" dirty="0"/>
              <a:t>Key Algorithms</a:t>
            </a:r>
          </a:p>
        </p:txBody>
      </p:sp>
      <p:sp>
        <p:nvSpPr>
          <p:cNvPr id="15" name="Text Box 36">
            <a:extLst>
              <a:ext uri="{FF2B5EF4-FFF2-40B4-BE49-F238E27FC236}">
                <a16:creationId xmlns:a16="http://schemas.microsoft.com/office/drawing/2014/main" id="{94BFB25D-76E5-30A2-41FF-912BB0BB88A9}"/>
              </a:ext>
            </a:extLst>
          </p:cNvPr>
          <p:cNvSpPr txBox="1">
            <a:spLocks noChangeArrowheads="1"/>
          </p:cNvSpPr>
          <p:nvPr/>
        </p:nvSpPr>
        <p:spPr bwMode="auto">
          <a:xfrm>
            <a:off x="669686" y="29626560"/>
            <a:ext cx="11010900" cy="452628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cmpd="thinThick">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8734" tIns="24366" rIns="48734" bIns="24366" anchor="t">
            <a:spAutoFit/>
          </a:bodyPr>
          <a:lstStyle>
            <a:lvl1pPr defTabSz="488950" eaLnBrk="0" hangingPunct="0">
              <a:defRPr sz="6900">
                <a:solidFill>
                  <a:schemeClr val="tx1"/>
                </a:solidFill>
                <a:latin typeface="Arial" charset="0"/>
              </a:defRPr>
            </a:lvl1pPr>
            <a:lvl2pPr marL="742950" indent="-285750" defTabSz="488950" eaLnBrk="0" hangingPunct="0">
              <a:defRPr sz="6900">
                <a:solidFill>
                  <a:schemeClr val="tx1"/>
                </a:solidFill>
                <a:latin typeface="Arial" charset="0"/>
              </a:defRPr>
            </a:lvl2pPr>
            <a:lvl3pPr marL="1143000" indent="-228600" defTabSz="488950" eaLnBrk="0" hangingPunct="0">
              <a:defRPr sz="6900">
                <a:solidFill>
                  <a:schemeClr val="tx1"/>
                </a:solidFill>
                <a:latin typeface="Arial" charset="0"/>
              </a:defRPr>
            </a:lvl3pPr>
            <a:lvl4pPr marL="1600200" indent="-228600" defTabSz="488950" eaLnBrk="0" hangingPunct="0">
              <a:defRPr sz="6900">
                <a:solidFill>
                  <a:schemeClr val="tx1"/>
                </a:solidFill>
                <a:latin typeface="Arial" charset="0"/>
              </a:defRPr>
            </a:lvl4pPr>
            <a:lvl5pPr marL="2057400" indent="-228600" defTabSz="488950" eaLnBrk="0" hangingPunct="0">
              <a:defRPr sz="6900">
                <a:solidFill>
                  <a:schemeClr val="tx1"/>
                </a:solidFill>
                <a:latin typeface="Arial" charset="0"/>
              </a:defRPr>
            </a:lvl5pPr>
            <a:lvl6pPr marL="2514600" indent="-228600" algn="ctr" defTabSz="488950" eaLnBrk="0" fontAlgn="base" hangingPunct="0">
              <a:spcBef>
                <a:spcPct val="0"/>
              </a:spcBef>
              <a:spcAft>
                <a:spcPct val="0"/>
              </a:spcAft>
              <a:defRPr sz="6900">
                <a:solidFill>
                  <a:schemeClr val="tx1"/>
                </a:solidFill>
                <a:latin typeface="Arial" charset="0"/>
              </a:defRPr>
            </a:lvl6pPr>
            <a:lvl7pPr marL="2971800" indent="-228600" algn="ctr" defTabSz="488950" eaLnBrk="0" fontAlgn="base" hangingPunct="0">
              <a:spcBef>
                <a:spcPct val="0"/>
              </a:spcBef>
              <a:spcAft>
                <a:spcPct val="0"/>
              </a:spcAft>
              <a:defRPr sz="6900">
                <a:solidFill>
                  <a:schemeClr val="tx1"/>
                </a:solidFill>
                <a:latin typeface="Arial" charset="0"/>
              </a:defRPr>
            </a:lvl7pPr>
            <a:lvl8pPr marL="3429000" indent="-228600" algn="ctr" defTabSz="488950" eaLnBrk="0" fontAlgn="base" hangingPunct="0">
              <a:spcBef>
                <a:spcPct val="0"/>
              </a:spcBef>
              <a:spcAft>
                <a:spcPct val="0"/>
              </a:spcAft>
              <a:defRPr sz="6900">
                <a:solidFill>
                  <a:schemeClr val="tx1"/>
                </a:solidFill>
                <a:latin typeface="Arial" charset="0"/>
              </a:defRPr>
            </a:lvl8pPr>
            <a:lvl9pPr marL="3886200" indent="-228600" algn="ctr" defTabSz="488950" eaLnBrk="0" fontAlgn="base" hangingPunct="0">
              <a:spcBef>
                <a:spcPct val="0"/>
              </a:spcBef>
              <a:spcAft>
                <a:spcPct val="0"/>
              </a:spcAft>
              <a:defRPr sz="6900">
                <a:solidFill>
                  <a:schemeClr val="tx1"/>
                </a:solidFill>
                <a:latin typeface="Arial" charset="0"/>
              </a:defRPr>
            </a:lvl9pPr>
          </a:lstStyle>
          <a:p>
            <a:pPr algn="l">
              <a:lnSpc>
                <a:spcPct val="100000"/>
              </a:lnSpc>
              <a:spcAft>
                <a:spcPts val="400"/>
              </a:spcAft>
              <a:buFont typeface="Arial" charset="0"/>
              <a:buChar char="•"/>
            </a:pPr>
            <a:r>
              <a:rPr lang="en-US" sz="2000" b="1">
                <a:latin typeface="Arial"/>
                <a:cs typeface="Arial"/>
              </a:rPr>
              <a:t>Simple Additive Weighting (SAW): </a:t>
            </a:r>
            <a:r>
              <a:rPr lang="en-US" sz="2000">
                <a:latin typeface="Arial"/>
                <a:cs typeface="Arial"/>
              </a:rPr>
              <a:t>weighted multi-criteria scoring that ranks eligible providers.</a:t>
            </a:r>
          </a:p>
          <a:p>
            <a:pPr algn="l">
              <a:lnSpc>
                <a:spcPct val="100000"/>
              </a:lnSpc>
              <a:spcAft>
                <a:spcPts val="400"/>
              </a:spcAft>
              <a:buNone/>
            </a:pPr>
            <a:r>
              <a:rPr lang="en-US" sz="1800">
                <a:latin typeface="Arial"/>
                <a:cs typeface="Arial"/>
              </a:rPr>
              <a:t>Score = Rating×0.30 + Proximity×0.25 + Completion×0.20 + Favorite×0.15 + Availability×0.10</a:t>
            </a:r>
          </a:p>
          <a:p>
            <a:pPr algn="l">
              <a:lnSpc>
                <a:spcPct val="100000"/>
              </a:lnSpc>
              <a:spcAft>
                <a:spcPts val="400"/>
              </a:spcAft>
              <a:buFont typeface="Arial" charset="0"/>
              <a:buChar char="•"/>
            </a:pPr>
            <a:r>
              <a:rPr lang="en-US" sz="2000" b="1">
                <a:latin typeface="Arial"/>
                <a:cs typeface="Arial"/>
              </a:rPr>
              <a:t>Haversine + k-Nearest-Neighbor Search: </a:t>
            </a:r>
            <a:r>
              <a:rPr lang="en-US" sz="2000">
                <a:latin typeface="Arial"/>
                <a:cs typeface="Arial"/>
              </a:rPr>
              <a:t>great-circle distance with a PostGIS spatial index to surface the nearest providers.</a:t>
            </a:r>
          </a:p>
          <a:p>
            <a:pPr algn="l">
              <a:lnSpc>
                <a:spcPct val="100000"/>
              </a:lnSpc>
              <a:spcAft>
                <a:spcPts val="400"/>
              </a:spcAft>
              <a:buFont typeface="Arial" charset="0"/>
              <a:buChar char="•"/>
            </a:pPr>
            <a:r>
              <a:rPr lang="en-US" sz="2000" b="1">
                <a:latin typeface="Arial"/>
                <a:cs typeface="Arial"/>
              </a:rPr>
              <a:t>Finite State Machine: </a:t>
            </a:r>
            <a:r>
              <a:rPr lang="en-US" sz="2000">
                <a:latin typeface="Arial"/>
                <a:cs typeface="Arial"/>
              </a:rPr>
              <a:t>guarded, deterministic booking-lifecycle transitions.</a:t>
            </a:r>
          </a:p>
          <a:p>
            <a:pPr algn="l">
              <a:lnSpc>
                <a:spcPct val="100000"/>
              </a:lnSpc>
              <a:spcAft>
                <a:spcPts val="400"/>
              </a:spcAft>
              <a:buFont typeface="Arial" charset="0"/>
              <a:buChar char="•"/>
            </a:pPr>
            <a:r>
              <a:rPr lang="en-US" sz="2000" b="1">
                <a:latin typeface="Arial"/>
                <a:cs typeface="Arial"/>
              </a:rPr>
              <a:t>Cumulative Moving Average: </a:t>
            </a:r>
            <a:r>
              <a:rPr lang="en-US" sz="2000">
                <a:latin typeface="Arial"/>
                <a:cs typeface="Arial"/>
              </a:rPr>
              <a:t>incremental, atomic provider-rating aggregation.</a:t>
            </a:r>
          </a:p>
          <a:p>
            <a:pPr algn="l">
              <a:lnSpc>
                <a:spcPct val="100000"/>
              </a:lnSpc>
              <a:spcAft>
                <a:spcPts val="400"/>
              </a:spcAft>
              <a:buFont typeface="Arial" charset="0"/>
              <a:buChar char="•"/>
            </a:pPr>
            <a:r>
              <a:rPr lang="en-US" sz="2000" b="1">
                <a:latin typeface="Arial"/>
                <a:cs typeface="Arial"/>
              </a:rPr>
              <a:t>Pessimistic Concurrency Control (2PL): </a:t>
            </a:r>
            <a:r>
              <a:rPr lang="en-US" sz="2000">
                <a:latin typeface="Arial"/>
                <a:cs typeface="Arial"/>
              </a:rPr>
              <a:t>row-level locks for race-free job picking and wallet settlement.</a:t>
            </a:r>
          </a:p>
          <a:p>
            <a:pPr algn="l">
              <a:lnSpc>
                <a:spcPct val="100000"/>
              </a:lnSpc>
              <a:spcAft>
                <a:spcPts val="400"/>
              </a:spcAft>
              <a:buFont typeface="Arial" charset="0"/>
              <a:buChar char="•"/>
            </a:pPr>
            <a:r>
              <a:rPr lang="en-US" sz="2000" b="1">
                <a:latin typeface="Arial"/>
                <a:cs typeface="Arial"/>
              </a:rPr>
              <a:t>Exponential Backoff with Failover: </a:t>
            </a:r>
            <a:r>
              <a:rPr lang="en-US" sz="2000">
                <a:latin typeface="Arial"/>
                <a:cs typeface="Arial"/>
              </a:rPr>
              <a:t>resilient retries across multiple AI and notification providers.</a:t>
            </a:r>
          </a:p>
          <a:p>
            <a:pPr algn="l">
              <a:lnSpc>
                <a:spcPct val="100000"/>
              </a:lnSpc>
              <a:spcAft>
                <a:spcPts val="400"/>
              </a:spcAft>
              <a:buFont typeface="Arial" charset="0"/>
              <a:buChar char="•"/>
            </a:pPr>
            <a:r>
              <a:rPr lang="en-US" sz="2000" b="1">
                <a:latin typeface="Arial"/>
                <a:cs typeface="Arial"/>
              </a:rPr>
              <a:t>Multimodal Vision-Language Model: </a:t>
            </a:r>
            <a:r>
              <a:rPr lang="en-US" sz="2000">
                <a:latin typeface="Arial"/>
                <a:cs typeface="Arial"/>
              </a:rPr>
              <a:t>reads and validates onboarding identity documents.</a:t>
            </a:r>
          </a:p>
          <a:p>
            <a:pPr algn="l">
              <a:lnSpc>
                <a:spcPct val="100000"/>
              </a:lnSpc>
              <a:spcAft>
                <a:spcPts val="400"/>
              </a:spcAft>
              <a:buFont typeface="Arial" charset="0"/>
              <a:buChar char="•"/>
            </a:pPr>
            <a:r>
              <a:rPr lang="en-US" sz="2000" b="1">
                <a:latin typeface="Arial"/>
                <a:cs typeface="Arial"/>
              </a:rPr>
              <a:t>Natural Language Generation: </a:t>
            </a:r>
            <a:r>
              <a:rPr lang="en-US" sz="2000">
                <a:latin typeface="Arial"/>
                <a:cs typeface="Arial"/>
              </a:rPr>
              <a:t>produces human-readable recommendation reasons.</a:t>
            </a:r>
          </a:p>
        </p:txBody>
      </p:sp>
      <p:sp>
        <p:nvSpPr>
          <p:cNvPr id="17" name="Text Box 40">
            <a:extLst>
              <a:ext uri="{FF2B5EF4-FFF2-40B4-BE49-F238E27FC236}">
                <a16:creationId xmlns:a16="http://schemas.microsoft.com/office/drawing/2014/main" id="{BB4C9B08-606F-2B3E-C480-7F1E13996874}"/>
              </a:ext>
            </a:extLst>
          </p:cNvPr>
          <p:cNvSpPr txBox="1">
            <a:spLocks noChangeArrowheads="1"/>
          </p:cNvSpPr>
          <p:nvPr/>
        </p:nvSpPr>
        <p:spPr bwMode="auto">
          <a:xfrm>
            <a:off x="13104812" y="20290536"/>
            <a:ext cx="11120437" cy="466344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cmpd="thinThick">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48734" tIns="24366" rIns="48734" bIns="24366" anchor="t">
            <a:spAutoFit/>
          </a:bodyPr>
          <a:lstStyle>
            <a:lvl1pPr defTabSz="488950" eaLnBrk="0" hangingPunct="0">
              <a:defRPr sz="6900">
                <a:solidFill>
                  <a:schemeClr val="tx1"/>
                </a:solidFill>
                <a:latin typeface="Arial" charset="0"/>
              </a:defRPr>
            </a:lvl1pPr>
            <a:lvl2pPr marL="742950" indent="-285750" defTabSz="488950" eaLnBrk="0" hangingPunct="0">
              <a:defRPr sz="6900">
                <a:solidFill>
                  <a:schemeClr val="tx1"/>
                </a:solidFill>
                <a:latin typeface="Arial" charset="0"/>
              </a:defRPr>
            </a:lvl2pPr>
            <a:lvl3pPr marL="1143000" indent="-228600" defTabSz="488950" eaLnBrk="0" hangingPunct="0">
              <a:defRPr sz="6900">
                <a:solidFill>
                  <a:schemeClr val="tx1"/>
                </a:solidFill>
                <a:latin typeface="Arial" charset="0"/>
              </a:defRPr>
            </a:lvl3pPr>
            <a:lvl4pPr marL="1600200" indent="-228600" defTabSz="488950" eaLnBrk="0" hangingPunct="0">
              <a:defRPr sz="6900">
                <a:solidFill>
                  <a:schemeClr val="tx1"/>
                </a:solidFill>
                <a:latin typeface="Arial" charset="0"/>
              </a:defRPr>
            </a:lvl4pPr>
            <a:lvl5pPr marL="2057400" indent="-228600" defTabSz="488950" eaLnBrk="0" hangingPunct="0">
              <a:defRPr sz="6900">
                <a:solidFill>
                  <a:schemeClr val="tx1"/>
                </a:solidFill>
                <a:latin typeface="Arial" charset="0"/>
              </a:defRPr>
            </a:lvl5pPr>
            <a:lvl6pPr marL="2514600" indent="-228600" algn="ctr" defTabSz="488950" eaLnBrk="0" fontAlgn="base" hangingPunct="0">
              <a:spcBef>
                <a:spcPct val="0"/>
              </a:spcBef>
              <a:spcAft>
                <a:spcPct val="0"/>
              </a:spcAft>
              <a:defRPr sz="6900">
                <a:solidFill>
                  <a:schemeClr val="tx1"/>
                </a:solidFill>
                <a:latin typeface="Arial" charset="0"/>
              </a:defRPr>
            </a:lvl6pPr>
            <a:lvl7pPr marL="2971800" indent="-228600" algn="ctr" defTabSz="488950" eaLnBrk="0" fontAlgn="base" hangingPunct="0">
              <a:spcBef>
                <a:spcPct val="0"/>
              </a:spcBef>
              <a:spcAft>
                <a:spcPct val="0"/>
              </a:spcAft>
              <a:defRPr sz="6900">
                <a:solidFill>
                  <a:schemeClr val="tx1"/>
                </a:solidFill>
                <a:latin typeface="Arial" charset="0"/>
              </a:defRPr>
            </a:lvl7pPr>
            <a:lvl8pPr marL="3429000" indent="-228600" algn="ctr" defTabSz="488950" eaLnBrk="0" fontAlgn="base" hangingPunct="0">
              <a:spcBef>
                <a:spcPct val="0"/>
              </a:spcBef>
              <a:spcAft>
                <a:spcPct val="0"/>
              </a:spcAft>
              <a:defRPr sz="6900">
                <a:solidFill>
                  <a:schemeClr val="tx1"/>
                </a:solidFill>
                <a:latin typeface="Arial" charset="0"/>
              </a:defRPr>
            </a:lvl8pPr>
            <a:lvl9pPr marL="3886200" indent="-228600" algn="ctr" defTabSz="488950" eaLnBrk="0" fontAlgn="base" hangingPunct="0">
              <a:spcBef>
                <a:spcPct val="0"/>
              </a:spcBef>
              <a:spcAft>
                <a:spcPct val="0"/>
              </a:spcAft>
              <a:defRPr sz="6900">
                <a:solidFill>
                  <a:schemeClr val="tx1"/>
                </a:solidFill>
                <a:latin typeface="Arial" charset="0"/>
              </a:defRPr>
            </a:lvl9pPr>
          </a:lstStyle>
          <a:p>
            <a:pPr algn="l">
              <a:spcBef>
                <a:spcPts val="500"/>
              </a:spcBef>
              <a:spcAft>
                <a:spcPts val="300"/>
              </a:spcAft>
              <a:buNone/>
            </a:pPr>
            <a:r>
              <a:rPr lang="en-US" sz="2000" b="1">
                <a:latin typeface="Arial"/>
                <a:cs typeface="Arial"/>
              </a:rPr>
              <a:t>Technologies</a:t>
            </a:r>
          </a:p>
          <a:p>
            <a:pPr algn="l">
              <a:spcAft>
                <a:spcPts val="300"/>
              </a:spcAft>
              <a:buFont typeface="Arial" charset="0"/>
              <a:buChar char="•"/>
            </a:pPr>
            <a:r>
              <a:rPr lang="en-US" sz="2000" b="1">
                <a:latin typeface="Arial"/>
                <a:cs typeface="Arial"/>
              </a:rPr>
              <a:t>Frontend: </a:t>
            </a:r>
            <a:r>
              <a:rPr lang="en-US" sz="2000">
                <a:latin typeface="Arial"/>
                <a:cs typeface="Arial"/>
              </a:rPr>
              <a:t>React Native and Expo (iOS and Android).</a:t>
            </a:r>
          </a:p>
          <a:p>
            <a:pPr algn="l">
              <a:spcAft>
                <a:spcPts val="300"/>
              </a:spcAft>
              <a:buFont typeface="Arial" charset="0"/>
              <a:buChar char="•"/>
            </a:pPr>
            <a:r>
              <a:rPr lang="en-US" sz="2000" b="1">
                <a:latin typeface="Arial"/>
                <a:cs typeface="Arial"/>
              </a:rPr>
              <a:t>Backend: </a:t>
            </a:r>
            <a:r>
              <a:rPr lang="en-US" sz="2000">
                <a:latin typeface="Arial"/>
                <a:cs typeface="Arial"/>
              </a:rPr>
              <a:t>Django REST Framework with Knox token authentication.</a:t>
            </a:r>
          </a:p>
          <a:p>
            <a:pPr algn="l">
              <a:spcAft>
                <a:spcPts val="300"/>
              </a:spcAft>
              <a:buFont typeface="Arial" charset="0"/>
              <a:buChar char="•"/>
            </a:pPr>
            <a:r>
              <a:rPr lang="en-US" sz="2000" b="1">
                <a:latin typeface="Arial"/>
                <a:cs typeface="Arial"/>
              </a:rPr>
              <a:t>AI: </a:t>
            </a:r>
            <a:r>
              <a:rPr lang="en-US" sz="2000">
                <a:latin typeface="Arial"/>
                <a:cs typeface="Arial"/>
              </a:rPr>
              <a:t>multi-provider LLM engine (Claude, OpenAI, Gemini, Groq) with automatic failover.</a:t>
            </a:r>
          </a:p>
          <a:p>
            <a:pPr algn="l">
              <a:spcAft>
                <a:spcPts val="300"/>
              </a:spcAft>
              <a:buFont typeface="Arial" charset="0"/>
              <a:buChar char="•"/>
            </a:pPr>
            <a:r>
              <a:rPr lang="en-US" sz="2000" b="1">
                <a:latin typeface="Arial"/>
                <a:cs typeface="Arial"/>
              </a:rPr>
              <a:t>Services: </a:t>
            </a:r>
            <a:r>
              <a:rPr lang="en-US" sz="2000">
                <a:latin typeface="Arial"/>
                <a:cs typeface="Arial"/>
              </a:rPr>
              <a:t>Stripe payments, Firebase push notifications, Leaflet Maps and GPS.</a:t>
            </a:r>
          </a:p>
          <a:p>
            <a:pPr algn="l">
              <a:spcAft>
                <a:spcPts val="300"/>
              </a:spcAft>
              <a:buFont typeface="Arial" charset="0"/>
              <a:buChar char="•"/>
            </a:pPr>
            <a:r>
              <a:rPr lang="en-US" sz="2000" b="1">
                <a:latin typeface="Arial"/>
                <a:cs typeface="Arial"/>
              </a:rPr>
              <a:t>Data: </a:t>
            </a:r>
            <a:r>
              <a:rPr lang="en-US" sz="2000">
                <a:latin typeface="Arial"/>
                <a:cs typeface="Arial"/>
              </a:rPr>
              <a:t>PostgreSQL 15+ and Redis cache.</a:t>
            </a:r>
          </a:p>
          <a:p>
            <a:pPr algn="l">
              <a:spcBef>
                <a:spcPts val="500"/>
              </a:spcBef>
              <a:spcAft>
                <a:spcPts val="300"/>
              </a:spcAft>
              <a:buNone/>
            </a:pPr>
            <a:r>
              <a:rPr lang="en-US" sz="2000" b="1">
                <a:latin typeface="Arial"/>
                <a:cs typeface="Arial"/>
              </a:rPr>
              <a:t>Key Features</a:t>
            </a:r>
          </a:p>
          <a:p>
            <a:pPr algn="l">
              <a:spcAft>
                <a:spcPts val="300"/>
              </a:spcAft>
              <a:buFont typeface="Arial" charset="0"/>
              <a:buChar char="•"/>
            </a:pPr>
            <a:r>
              <a:rPr lang="en-US" sz="2000">
                <a:latin typeface="Arial"/>
                <a:cs typeface="Arial"/>
              </a:rPr>
              <a:t>AI provider recommendations and document verification.</a:t>
            </a:r>
          </a:p>
          <a:p>
            <a:pPr algn="l">
              <a:spcAft>
                <a:spcPts val="300"/>
              </a:spcAft>
              <a:buFont typeface="Arial" charset="0"/>
              <a:buChar char="•"/>
            </a:pPr>
            <a:r>
              <a:rPr lang="en-US" sz="2000">
                <a:latin typeface="Arial"/>
                <a:cs typeface="Arial"/>
              </a:rPr>
              <a:t>Real-time GPS tracking and full booking lifecycle.</a:t>
            </a:r>
          </a:p>
          <a:p>
            <a:pPr algn="l">
              <a:spcAft>
                <a:spcPts val="300"/>
              </a:spcAft>
              <a:buFont typeface="Arial" charset="0"/>
              <a:buChar char="•"/>
            </a:pPr>
            <a:r>
              <a:rPr lang="en-US" sz="2000">
                <a:latin typeface="Arial"/>
                <a:cs typeface="Arial"/>
              </a:rPr>
              <a:t>Cash, card, and wallet payments with ratings and reviews.</a:t>
            </a:r>
          </a:p>
          <a:p>
            <a:pPr algn="l">
              <a:spcAft>
                <a:spcPts val="300"/>
              </a:spcAft>
              <a:buFont typeface="Arial" charset="0"/>
              <a:buChar char="•"/>
            </a:pPr>
            <a:r>
              <a:rPr lang="en-US" sz="2000">
                <a:latin typeface="Arial"/>
                <a:cs typeface="Arial"/>
              </a:rPr>
              <a:t>Push notifications, admin dashboard, and Arabic / English support.</a:t>
            </a:r>
          </a:p>
        </p:txBody>
      </p:sp>
      <p:pic>
        <p:nvPicPr>
          <p:cNvPr id="21" name="Picture 20">
            <a:extLst>
              <a:ext uri="{FF2B5EF4-FFF2-40B4-BE49-F238E27FC236}">
                <a16:creationId xmlns:a16="http://schemas.microsoft.com/office/drawing/2014/main" id="{9CAFD128-9498-FF8D-E13C-26EC06733F0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78907" y="999237"/>
            <a:ext cx="4281268" cy="4283945"/>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3F375F0C-F000-AE6B-094A-AD7B5D432181}"/>
              </a:ext>
            </a:extLst>
          </p:cNvPr>
          <p:cNvPicPr>
            <a:picLocks noChangeAspect="1"/>
          </p:cNvPicPr>
          <p:nvPr/>
        </p:nvPicPr>
        <p:blipFill>
          <a:blip r:embed="rId6"/>
          <a:stretch>
            <a:fillRect/>
          </a:stretch>
        </p:blipFill>
        <p:spPr>
          <a:xfrm>
            <a:off x="13424976" y="14640193"/>
            <a:ext cx="10736221" cy="5305046"/>
          </a:xfrm>
          <a:prstGeom prst="rect">
            <a:avLst/>
          </a:prstGeom>
        </p:spPr>
      </p:pic>
      <p:pic>
        <p:nvPicPr>
          <p:cNvPr id="2067" name="Picture 2066" descr="v2_diagram.png"/>
          <p:cNvPicPr>
            <a:picLocks noChangeAspect="1"/>
          </p:cNvPicPr>
          <p:nvPr/>
        </p:nvPicPr>
        <p:blipFill>
          <a:blip r:embed="rId7"/>
          <a:stretch>
            <a:fillRect/>
          </a:stretch>
        </p:blipFill>
        <p:spPr>
          <a:xfrm>
            <a:off x="790956" y="14904720"/>
            <a:ext cx="11155680" cy="5538280"/>
          </a:xfrm>
          <a:prstGeom prst="rect">
            <a:avLst/>
          </a:prstGeom>
        </p:spPr>
      </p:pic>
    </p:spTree>
  </p:cSld>
  <p:clrMapOvr>
    <a:masterClrMapping/>
  </p:clrMapOvr>
</p:sld>
</file>

<file path=ppt/theme/theme1.xml><?xml version="1.0" encoding="utf-8"?>
<a:theme xmlns:a="http://schemas.openxmlformats.org/drawingml/2006/main" name="Default Design">
  <a:themeElements>
    <a:clrScheme name="Default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064"/>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3497263" rtl="0" eaLnBrk="1" fontAlgn="base" latinLnBrk="0" hangingPunct="1">
          <a:lnSpc>
            <a:spcPct val="100000"/>
          </a:lnSpc>
          <a:spcBef>
            <a:spcPct val="0"/>
          </a:spcBef>
          <a:spcAft>
            <a:spcPct val="0"/>
          </a:spcAft>
          <a:buClrTx/>
          <a:buSzTx/>
          <a:buFontTx/>
          <a:buNone/>
          <a:tabLst/>
          <a:defRPr kumimoji="0" lang="en-US" altLang="en-US" sz="69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3497263" rtl="0" eaLnBrk="1" fontAlgn="base" latinLnBrk="0" hangingPunct="1">
          <a:lnSpc>
            <a:spcPct val="100000"/>
          </a:lnSpc>
          <a:spcBef>
            <a:spcPct val="0"/>
          </a:spcBef>
          <a:spcAft>
            <a:spcPct val="0"/>
          </a:spcAft>
          <a:buClrTx/>
          <a:buSzTx/>
          <a:buFontTx/>
          <a:buNone/>
          <a:tabLst/>
          <a:defRPr kumimoji="0" lang="en-US" altLang="en-US" sz="69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Default Design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3064"/>
        </a:hlink>
        <a:folHlink>
          <a:srgbClr val="99CC0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255</TotalTime>
  <Words>1243</Words>
  <Application>Microsoft Office PowerPoint</Application>
  <PresentationFormat>Custom</PresentationFormat>
  <Paragraphs>48</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Default Design</vt:lpstr>
      <vt:lpstr>PowerPoint Presentation</vt:lpstr>
    </vt:vector>
  </TitlesOfParts>
  <Company>MegaPrint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70x100 cm vertical poster template</dc:title>
  <dc:creator>Ethan Shulda;www.postersession.com</dc:creator>
  <cp:keywords>www.postersession.com</cp:keywords>
  <dc:description>©MegaPrint Inc. 2009-2015</dc:description>
  <cp:lastModifiedBy>على احمد شوقى حسن احمد على</cp:lastModifiedBy>
  <cp:revision>154</cp:revision>
  <dcterms:created xsi:type="dcterms:W3CDTF">2008-12-04T00:20:37Z</dcterms:created>
  <dcterms:modified xsi:type="dcterms:W3CDTF">2026-06-29T08:35:58Z</dcterms:modified>
</cp:coreProperties>
</file>